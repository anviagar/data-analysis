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i6WFCriTUOyF7AY+LqnuwCpeWl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4CC711A-3A10-4D20-8820-35D89BE4180E}">
  <a:tblStyle styleId="{C4CC711A-3A10-4D20-8820-35D89BE4180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Relationship Id="rId5" Type="http://schemas.openxmlformats.org/officeDocument/2006/relationships/image" Target="../media/image17.png"/><Relationship Id="rId6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google.com/spreadsheets/d/1-4HG0paPFuUyVyoMY74TkqnQw2ELndGi/edit?usp=sharing&amp;ouid=107863361805641426587&amp;rtpof=true&amp;sd=true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Employee data analysis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Project Overview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135467" y="1346200"/>
            <a:ext cx="11218333" cy="483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 This project aimed to analyze the hiring process of a multinational company using historical recruitment data to identify key patterns and inefficiencies. The analysis focused on understanding trends in rejections, interviews, job types, </a:t>
            </a:r>
            <a:r>
              <a:rPr b="1" lang="en-US"/>
              <a:t>and vacancies.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Key steps included: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Data Cleaning</a:t>
            </a:r>
            <a:r>
              <a:rPr lang="en-US"/>
              <a:t>: Identified and handled missing values to ensure accuracy.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Category Simplification</a:t>
            </a:r>
            <a:r>
              <a:rPr lang="en-US"/>
              <a:t>: Clubbed similar job titles and rejection reasons to streamline analysis.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Outlier Detection and Treatment</a:t>
            </a:r>
            <a:r>
              <a:rPr lang="en-US"/>
              <a:t>: Used statistical techniques (like IQR and box plots) to flag and remove skewed data points.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Data Summary</a:t>
            </a:r>
            <a:r>
              <a:rPr lang="en-US"/>
              <a:t>: Calculated key metrics such as average time-to-hire, rejection rates, and most common job types. Created visualizations like bar charts and pie graphs for better insights.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 </a:t>
            </a:r>
            <a:r>
              <a:rPr b="1" lang="en-US"/>
              <a:t>Key Insights: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High rejection rate (around 60%) mostly due to skill gaps.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Interview rounds exceeding 5 tend to have lower success rates.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Software Engineering roles were most frequently hired.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Average time-to-hire was around 45 days.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Data Quality</a:t>
            </a:r>
            <a:endParaRPr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Outliers found are 3 replaced by the mean of the offered salary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There are 17 empty cells, where 15 are found in the event column,1 found in postname, and 1 found in the offered salary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mean of the offered salary 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median of offered salary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mode of offered salary</a:t>
            </a:r>
            <a:endParaRPr/>
          </a:p>
        </p:txBody>
      </p:sp>
      <p:graphicFrame>
        <p:nvGraphicFramePr>
          <p:cNvPr id="104" name="Google Shape;104;p4"/>
          <p:cNvGraphicFramePr/>
          <p:nvPr/>
        </p:nvGraphicFramePr>
        <p:xfrm>
          <a:off x="5613400" y="325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{C4CC711A-3A10-4D20-8820-35D89BE4180E}</a:tableStyleId>
              </a:tblPr>
              <a:tblGrid>
                <a:gridCol w="965200"/>
              </a:tblGrid>
              <a:tr h="4967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49878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</a:tr>
              <a:tr h="4967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49625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</a:tr>
              <a:tr h="4967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/>
                        <a:t>49878.3318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Gender Analysis in new hiring</a:t>
            </a:r>
            <a:endParaRPr/>
          </a:p>
        </p:txBody>
      </p:sp>
      <p:sp>
        <p:nvSpPr>
          <p:cNvPr id="110" name="Google Shape;110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</a:t>
            </a:r>
            <a:endParaRPr/>
          </a:p>
        </p:txBody>
      </p:sp>
      <p:pic>
        <p:nvPicPr>
          <p:cNvPr id="111" name="Google Shape;111;p5"/>
          <p:cNvPicPr preferRelativeResize="0"/>
          <p:nvPr/>
        </p:nvPicPr>
        <p:blipFill rotWithShape="1">
          <a:blip r:embed="rId3">
            <a:alphaModFix/>
          </a:blip>
          <a:srcRect b="0" l="0" r="0" t="10788"/>
          <a:stretch/>
        </p:blipFill>
        <p:spPr>
          <a:xfrm>
            <a:off x="344291" y="1838272"/>
            <a:ext cx="7324937" cy="3063927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/>
          <p:cNvSpPr/>
          <p:nvPr/>
        </p:nvSpPr>
        <p:spPr>
          <a:xfrm>
            <a:off x="8229600" y="1690688"/>
            <a:ext cx="3386667" cy="3338512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It can be seen that more employees which are hired are males so can increase the hiring of females to promote equality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	SQL QUERY</a:t>
            </a:r>
            <a:endParaRPr/>
          </a:p>
        </p:txBody>
      </p:sp>
      <p:pic>
        <p:nvPicPr>
          <p:cNvPr id="118" name="Google Shape;11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42551"/>
            <a:ext cx="6290733" cy="1286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50470" y="1972997"/>
            <a:ext cx="3168096" cy="1325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0849" y="4215028"/>
            <a:ext cx="3534832" cy="1325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333" y="3880863"/>
            <a:ext cx="6967883" cy="1557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Salary Analysis</a:t>
            </a:r>
            <a:endParaRPr/>
          </a:p>
        </p:txBody>
      </p:sp>
      <p:sp>
        <p:nvSpPr>
          <p:cNvPr id="127" name="Google Shape;12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8" name="Google Shape;1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825625"/>
            <a:ext cx="8583223" cy="2057687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7"/>
          <p:cNvSpPr/>
          <p:nvPr/>
        </p:nvSpPr>
        <p:spPr>
          <a:xfrm>
            <a:off x="7052734" y="3831167"/>
            <a:ext cx="3200400" cy="2480733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Average salary which is offered is 50936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SQL query</a:t>
            </a:r>
            <a:endParaRPr/>
          </a:p>
        </p:txBody>
      </p:sp>
      <p:pic>
        <p:nvPicPr>
          <p:cNvPr id="135" name="Google Shape;13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8815" y="1825625"/>
            <a:ext cx="7151687" cy="84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8"/>
          <p:cNvPicPr preferRelativeResize="0"/>
          <p:nvPr/>
        </p:nvPicPr>
        <p:blipFill rotWithShape="1">
          <a:blip r:embed="rId4">
            <a:alphaModFix/>
          </a:blip>
          <a:srcRect b="-1913" l="0" r="8801" t="1"/>
          <a:stretch/>
        </p:blipFill>
        <p:spPr>
          <a:xfrm>
            <a:off x="83389" y="3233748"/>
            <a:ext cx="12108611" cy="673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Department analysis</a:t>
            </a:r>
            <a:endParaRPr/>
          </a:p>
        </p:txBody>
      </p:sp>
      <p:pic>
        <p:nvPicPr>
          <p:cNvPr id="142" name="Google Shape;14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133" y="1498600"/>
            <a:ext cx="10811934" cy="4683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/>
          <p:nvPr>
            <p:ph type="title"/>
          </p:nvPr>
        </p:nvSpPr>
        <p:spPr>
          <a:xfrm>
            <a:off x="0" y="-4239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SQL query</a:t>
            </a:r>
            <a:endParaRPr/>
          </a:p>
        </p:txBody>
      </p:sp>
      <p:pic>
        <p:nvPicPr>
          <p:cNvPr id="148" name="Google Shape;14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6421" y="1214311"/>
            <a:ext cx="6252757" cy="984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20221" y="4129320"/>
            <a:ext cx="2399579" cy="23561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2202" y="4466581"/>
            <a:ext cx="5613272" cy="1290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35786" y="1076753"/>
            <a:ext cx="2267266" cy="312463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0"/>
          <p:cNvSpPr/>
          <p:nvPr/>
        </p:nvSpPr>
        <p:spPr>
          <a:xfrm>
            <a:off x="169333" y="4893734"/>
            <a:ext cx="3386667" cy="1600200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Most of the hirings are done in operations department in which proportion of males are more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Salary distribution</a:t>
            </a:r>
            <a:endParaRPr/>
          </a:p>
        </p:txBody>
      </p:sp>
      <p:sp>
        <p:nvSpPr>
          <p:cNvPr id="158" name="Google Shape;158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59" name="Google Shape;15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690688"/>
            <a:ext cx="4546600" cy="355523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1"/>
          <p:cNvSpPr/>
          <p:nvPr/>
        </p:nvSpPr>
        <p:spPr>
          <a:xfrm>
            <a:off x="7162800" y="2003955"/>
            <a:ext cx="3386667" cy="3338512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Most of the employees hired are offered salary more than 50,000 more than average salary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SQL Query</a:t>
            </a:r>
            <a:endParaRPr/>
          </a:p>
        </p:txBody>
      </p:sp>
      <p:sp>
        <p:nvSpPr>
          <p:cNvPr id="166" name="Google Shape;166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67" name="Google Shape;16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814" y="1847407"/>
            <a:ext cx="4545451" cy="2385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7199" y="1735353"/>
            <a:ext cx="6799801" cy="3387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"/>
          <p:cNvSpPr txBox="1"/>
          <p:nvPr>
            <p:ph type="title"/>
          </p:nvPr>
        </p:nvSpPr>
        <p:spPr>
          <a:xfrm>
            <a:off x="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Position tier analysis</a:t>
            </a:r>
            <a:endParaRPr/>
          </a:p>
        </p:txBody>
      </p:sp>
      <p:pic>
        <p:nvPicPr>
          <p:cNvPr id="174" name="Google Shape;174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038810"/>
            <a:ext cx="10515600" cy="3874167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3"/>
          <p:cNvSpPr/>
          <p:nvPr/>
        </p:nvSpPr>
        <p:spPr>
          <a:xfrm>
            <a:off x="8466667" y="148696"/>
            <a:ext cx="3386667" cy="2353733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Most employees hired are posted in level c and tier 9 which is c9 and least in n so company resources can be distributed accordingly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SQL  Query</a:t>
            </a:r>
            <a:endParaRPr/>
          </a:p>
        </p:txBody>
      </p:sp>
      <p:sp>
        <p:nvSpPr>
          <p:cNvPr id="181" name="Google Shape;18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</a:t>
            </a:r>
            <a:endParaRPr/>
          </a:p>
        </p:txBody>
      </p:sp>
      <p:pic>
        <p:nvPicPr>
          <p:cNvPr id="182" name="Google Shape;18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743398"/>
            <a:ext cx="2167466" cy="3090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0094" y="1825625"/>
            <a:ext cx="5334744" cy="2457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40848" y="5235425"/>
            <a:ext cx="1219370" cy="107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13479" y="4729560"/>
            <a:ext cx="5087060" cy="1886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Excel workbook</a:t>
            </a:r>
            <a:endParaRPr/>
          </a:p>
        </p:txBody>
      </p:sp>
      <p:sp>
        <p:nvSpPr>
          <p:cNvPr id="191" name="Google Shape;191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https://docs.google.com/spreadsheets/d/1-4HG0paPFuUyVyoMY74TkqnQw2ELndGi/edit?usp=sharing&amp;ouid=107863361805641426587&amp;rtpof=true&amp;sd=true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"/>
          <p:cNvSpPr txBox="1"/>
          <p:nvPr>
            <p:ph type="title"/>
          </p:nvPr>
        </p:nvSpPr>
        <p:spPr>
          <a:xfrm>
            <a:off x="3115734" y="14499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Recommendations</a:t>
            </a:r>
            <a:endParaRPr/>
          </a:p>
        </p:txBody>
      </p:sp>
      <p:sp>
        <p:nvSpPr>
          <p:cNvPr id="197" name="Google Shape;197;p16"/>
          <p:cNvSpPr txBox="1"/>
          <p:nvPr>
            <p:ph idx="1" type="body"/>
          </p:nvPr>
        </p:nvSpPr>
        <p:spPr>
          <a:xfrm>
            <a:off x="76200" y="1346200"/>
            <a:ext cx="11277600" cy="483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Streamline Interview Rounds</a:t>
            </a:r>
            <a:r>
              <a:rPr lang="en-US"/>
              <a:t>: Roles requiring more than 6 rounds showed a lower success rate. Optimize the process to a max of 5 rounds.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Skill Development Programs</a:t>
            </a:r>
            <a:r>
              <a:rPr lang="en-US"/>
              <a:t>: Address the largest rejection factor – “Skill Gap” – by partnering with online education platforms.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Data Input Validation</a:t>
            </a:r>
            <a:r>
              <a:rPr lang="en-US"/>
              <a:t>: Prevent future outliers by enforcing validation rules during data entry.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Focus on High-Conversion Roles</a:t>
            </a:r>
            <a:r>
              <a:rPr lang="en-US"/>
              <a:t>: Allocate more hiring resources to roles with high conversion rates and faster turnaround.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2025-07-10T11:11:45Z</dcterms:created>
  <dc:creator>Dell</dc:creator>
</cp:coreProperties>
</file>