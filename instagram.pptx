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5.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5.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wMsVgkAgmzFnS8tOxWdSzweeJ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Dell\Downloads\number%20of%20posts%20by%20users.csv"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Dell\Downloads\number%20of%20posts%20by%20users.csv"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Dell\Downloads\comments%20active%20users.csv"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Dell\Downloads\followers.csv"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C:\Users\Dell\Downloads\users.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9877440"/>
        <c:axId val="70655392"/>
        <c:extLst>
          <c:ext xmlns:c15="http://schemas.microsoft.com/office/drawing/2012/chart" uri="{02D57815-91ED-43cb-92C2-25804820EDAC}">
            <c15:filteredBarSeries>
              <c15:ser>
                <c:idx val="1"/>
                <c:order val="0"/>
                <c:tx>
                  <c:strRef>
                    <c:extLst>
                      <c:ext uri="{02D57815-91ED-43cb-92C2-25804820EDAC}">
                        <c15:formulaRef>
                          <c15:sqref>'number of posts by users'!$B$1</c15:sqref>
                        </c15:formulaRef>
                      </c:ext>
                    </c:extLst>
                    <c:strCache>
                      <c:ptCount val="1"/>
                      <c:pt idx="0">
                        <c:v>user_id</c:v>
                      </c:pt>
                    </c:strCache>
                  </c:strRef>
                </c:tx>
                <c:spPr>
                  <a:solidFill>
                    <a:schemeClr val="accent2"/>
                  </a:solidFill>
                  <a:ln>
                    <a:noFill/>
                  </a:ln>
                  <a:effectLst/>
                </c:spPr>
                <c:invertIfNegative val="0"/>
                <c:cat>
                  <c:numRef>
                    <c:extLst>
                      <c:ext uri="{02D57815-91ED-43cb-92C2-25804820EDAC}">
                        <c15:formulaRef>
                          <c15:sqref>'number of posts by users'!$B$2:$B$75</c15:sqref>
                        </c15:formulaRef>
                      </c:ext>
                    </c:extLst>
                    <c:numCache>
                      <c:formatCode>General</c:formatCode>
                      <c:ptCount val="74"/>
                      <c:pt idx="0">
                        <c:v>1</c:v>
                      </c:pt>
                      <c:pt idx="1">
                        <c:v>2</c:v>
                      </c:pt>
                      <c:pt idx="2">
                        <c:v>3</c:v>
                      </c:pt>
                      <c:pt idx="3">
                        <c:v>4</c:v>
                      </c:pt>
                      <c:pt idx="4">
                        <c:v>6</c:v>
                      </c:pt>
                      <c:pt idx="5">
                        <c:v>8</c:v>
                      </c:pt>
                      <c:pt idx="6">
                        <c:v>9</c:v>
                      </c:pt>
                      <c:pt idx="7">
                        <c:v>10</c:v>
                      </c:pt>
                      <c:pt idx="8">
                        <c:v>11</c:v>
                      </c:pt>
                      <c:pt idx="9">
                        <c:v>12</c:v>
                      </c:pt>
                      <c:pt idx="10">
                        <c:v>13</c:v>
                      </c:pt>
                      <c:pt idx="11">
                        <c:v>15</c:v>
                      </c:pt>
                      <c:pt idx="12">
                        <c:v>16</c:v>
                      </c:pt>
                      <c:pt idx="13">
                        <c:v>17</c:v>
                      </c:pt>
                      <c:pt idx="14">
                        <c:v>18</c:v>
                      </c:pt>
                      <c:pt idx="15">
                        <c:v>19</c:v>
                      </c:pt>
                      <c:pt idx="16">
                        <c:v>20</c:v>
                      </c:pt>
                      <c:pt idx="17">
                        <c:v>22</c:v>
                      </c:pt>
                      <c:pt idx="18">
                        <c:v>23</c:v>
                      </c:pt>
                      <c:pt idx="19">
                        <c:v>26</c:v>
                      </c:pt>
                      <c:pt idx="20">
                        <c:v>27</c:v>
                      </c:pt>
                      <c:pt idx="21">
                        <c:v>28</c:v>
                      </c:pt>
                      <c:pt idx="22">
                        <c:v>29</c:v>
                      </c:pt>
                      <c:pt idx="23">
                        <c:v>30</c:v>
                      </c:pt>
                      <c:pt idx="24">
                        <c:v>31</c:v>
                      </c:pt>
                      <c:pt idx="25">
                        <c:v>32</c:v>
                      </c:pt>
                      <c:pt idx="26">
                        <c:v>33</c:v>
                      </c:pt>
                      <c:pt idx="27">
                        <c:v>35</c:v>
                      </c:pt>
                      <c:pt idx="28">
                        <c:v>37</c:v>
                      </c:pt>
                      <c:pt idx="29">
                        <c:v>38</c:v>
                      </c:pt>
                      <c:pt idx="30">
                        <c:v>39</c:v>
                      </c:pt>
                      <c:pt idx="31">
                        <c:v>40</c:v>
                      </c:pt>
                      <c:pt idx="32">
                        <c:v>42</c:v>
                      </c:pt>
                      <c:pt idx="33">
                        <c:v>43</c:v>
                      </c:pt>
                      <c:pt idx="34">
                        <c:v>44</c:v>
                      </c:pt>
                      <c:pt idx="35">
                        <c:v>46</c:v>
                      </c:pt>
                      <c:pt idx="36">
                        <c:v>47</c:v>
                      </c:pt>
                      <c:pt idx="37">
                        <c:v>48</c:v>
                      </c:pt>
                      <c:pt idx="38">
                        <c:v>50</c:v>
                      </c:pt>
                      <c:pt idx="39">
                        <c:v>51</c:v>
                      </c:pt>
                      <c:pt idx="40">
                        <c:v>52</c:v>
                      </c:pt>
                      <c:pt idx="41">
                        <c:v>55</c:v>
                      </c:pt>
                      <c:pt idx="42">
                        <c:v>56</c:v>
                      </c:pt>
                      <c:pt idx="43">
                        <c:v>58</c:v>
                      </c:pt>
                      <c:pt idx="44">
                        <c:v>59</c:v>
                      </c:pt>
                      <c:pt idx="45">
                        <c:v>60</c:v>
                      </c:pt>
                      <c:pt idx="46">
                        <c:v>61</c:v>
                      </c:pt>
                      <c:pt idx="47">
                        <c:v>62</c:v>
                      </c:pt>
                      <c:pt idx="48">
                        <c:v>63</c:v>
                      </c:pt>
                      <c:pt idx="49">
                        <c:v>64</c:v>
                      </c:pt>
                      <c:pt idx="50">
                        <c:v>65</c:v>
                      </c:pt>
                      <c:pt idx="51">
                        <c:v>67</c:v>
                      </c:pt>
                      <c:pt idx="52">
                        <c:v>69</c:v>
                      </c:pt>
                      <c:pt idx="53">
                        <c:v>70</c:v>
                      </c:pt>
                      <c:pt idx="54">
                        <c:v>72</c:v>
                      </c:pt>
                      <c:pt idx="55">
                        <c:v>73</c:v>
                      </c:pt>
                      <c:pt idx="56">
                        <c:v>77</c:v>
                      </c:pt>
                      <c:pt idx="57">
                        <c:v>78</c:v>
                      </c:pt>
                      <c:pt idx="58">
                        <c:v>79</c:v>
                      </c:pt>
                      <c:pt idx="59">
                        <c:v>82</c:v>
                      </c:pt>
                      <c:pt idx="60">
                        <c:v>84</c:v>
                      </c:pt>
                      <c:pt idx="61">
                        <c:v>85</c:v>
                      </c:pt>
                      <c:pt idx="62">
                        <c:v>86</c:v>
                      </c:pt>
                      <c:pt idx="63">
                        <c:v>87</c:v>
                      </c:pt>
                      <c:pt idx="64">
                        <c:v>88</c:v>
                      </c:pt>
                      <c:pt idx="65">
                        <c:v>92</c:v>
                      </c:pt>
                      <c:pt idx="66">
                        <c:v>93</c:v>
                      </c:pt>
                      <c:pt idx="67">
                        <c:v>94</c:v>
                      </c:pt>
                      <c:pt idx="68">
                        <c:v>95</c:v>
                      </c:pt>
                      <c:pt idx="69">
                        <c:v>96</c:v>
                      </c:pt>
                      <c:pt idx="70">
                        <c:v>97</c:v>
                      </c:pt>
                      <c:pt idx="71">
                        <c:v>98</c:v>
                      </c:pt>
                      <c:pt idx="72">
                        <c:v>99</c:v>
                      </c:pt>
                      <c:pt idx="73">
                        <c:v>100</c:v>
                      </c:pt>
                    </c:numCache>
                  </c:numRef>
                </c:cat>
                <c:val>
                  <c:numRef>
                    <c:extLst>
                      <c:ext uri="{02D57815-91ED-43cb-92C2-25804820EDAC}">
                        <c15:formulaRef>
                          <c15:sqref>'number of posts by users'!$B$2:$B$75</c15:sqref>
                        </c15:formulaRef>
                      </c:ext>
                    </c:extLst>
                    <c:numCache>
                      <c:formatCode>General</c:formatCode>
                      <c:ptCount val="74"/>
                      <c:pt idx="0">
                        <c:v>1</c:v>
                      </c:pt>
                      <c:pt idx="1">
                        <c:v>2</c:v>
                      </c:pt>
                      <c:pt idx="2">
                        <c:v>3</c:v>
                      </c:pt>
                      <c:pt idx="3">
                        <c:v>4</c:v>
                      </c:pt>
                      <c:pt idx="4">
                        <c:v>6</c:v>
                      </c:pt>
                      <c:pt idx="5">
                        <c:v>8</c:v>
                      </c:pt>
                      <c:pt idx="6">
                        <c:v>9</c:v>
                      </c:pt>
                      <c:pt idx="7">
                        <c:v>10</c:v>
                      </c:pt>
                      <c:pt idx="8">
                        <c:v>11</c:v>
                      </c:pt>
                      <c:pt idx="9">
                        <c:v>12</c:v>
                      </c:pt>
                      <c:pt idx="10">
                        <c:v>13</c:v>
                      </c:pt>
                      <c:pt idx="11">
                        <c:v>15</c:v>
                      </c:pt>
                      <c:pt idx="12">
                        <c:v>16</c:v>
                      </c:pt>
                      <c:pt idx="13">
                        <c:v>17</c:v>
                      </c:pt>
                      <c:pt idx="14">
                        <c:v>18</c:v>
                      </c:pt>
                      <c:pt idx="15">
                        <c:v>19</c:v>
                      </c:pt>
                      <c:pt idx="16">
                        <c:v>20</c:v>
                      </c:pt>
                      <c:pt idx="17">
                        <c:v>22</c:v>
                      </c:pt>
                      <c:pt idx="18">
                        <c:v>23</c:v>
                      </c:pt>
                      <c:pt idx="19">
                        <c:v>26</c:v>
                      </c:pt>
                      <c:pt idx="20">
                        <c:v>27</c:v>
                      </c:pt>
                      <c:pt idx="21">
                        <c:v>28</c:v>
                      </c:pt>
                      <c:pt idx="22">
                        <c:v>29</c:v>
                      </c:pt>
                      <c:pt idx="23">
                        <c:v>30</c:v>
                      </c:pt>
                      <c:pt idx="24">
                        <c:v>31</c:v>
                      </c:pt>
                      <c:pt idx="25">
                        <c:v>32</c:v>
                      </c:pt>
                      <c:pt idx="26">
                        <c:v>33</c:v>
                      </c:pt>
                      <c:pt idx="27">
                        <c:v>35</c:v>
                      </c:pt>
                      <c:pt idx="28">
                        <c:v>37</c:v>
                      </c:pt>
                      <c:pt idx="29">
                        <c:v>38</c:v>
                      </c:pt>
                      <c:pt idx="30">
                        <c:v>39</c:v>
                      </c:pt>
                      <c:pt idx="31">
                        <c:v>40</c:v>
                      </c:pt>
                      <c:pt idx="32">
                        <c:v>42</c:v>
                      </c:pt>
                      <c:pt idx="33">
                        <c:v>43</c:v>
                      </c:pt>
                      <c:pt idx="34">
                        <c:v>44</c:v>
                      </c:pt>
                      <c:pt idx="35">
                        <c:v>46</c:v>
                      </c:pt>
                      <c:pt idx="36">
                        <c:v>47</c:v>
                      </c:pt>
                      <c:pt idx="37">
                        <c:v>48</c:v>
                      </c:pt>
                      <c:pt idx="38">
                        <c:v>50</c:v>
                      </c:pt>
                      <c:pt idx="39">
                        <c:v>51</c:v>
                      </c:pt>
                      <c:pt idx="40">
                        <c:v>52</c:v>
                      </c:pt>
                      <c:pt idx="41">
                        <c:v>55</c:v>
                      </c:pt>
                      <c:pt idx="42">
                        <c:v>56</c:v>
                      </c:pt>
                      <c:pt idx="43">
                        <c:v>58</c:v>
                      </c:pt>
                      <c:pt idx="44">
                        <c:v>59</c:v>
                      </c:pt>
                      <c:pt idx="45">
                        <c:v>60</c:v>
                      </c:pt>
                      <c:pt idx="46">
                        <c:v>61</c:v>
                      </c:pt>
                      <c:pt idx="47">
                        <c:v>62</c:v>
                      </c:pt>
                      <c:pt idx="48">
                        <c:v>63</c:v>
                      </c:pt>
                      <c:pt idx="49">
                        <c:v>64</c:v>
                      </c:pt>
                      <c:pt idx="50">
                        <c:v>65</c:v>
                      </c:pt>
                      <c:pt idx="51">
                        <c:v>67</c:v>
                      </c:pt>
                      <c:pt idx="52">
                        <c:v>69</c:v>
                      </c:pt>
                      <c:pt idx="53">
                        <c:v>70</c:v>
                      </c:pt>
                      <c:pt idx="54">
                        <c:v>72</c:v>
                      </c:pt>
                      <c:pt idx="55">
                        <c:v>73</c:v>
                      </c:pt>
                      <c:pt idx="56">
                        <c:v>77</c:v>
                      </c:pt>
                      <c:pt idx="57">
                        <c:v>78</c:v>
                      </c:pt>
                      <c:pt idx="58">
                        <c:v>79</c:v>
                      </c:pt>
                      <c:pt idx="59">
                        <c:v>82</c:v>
                      </c:pt>
                      <c:pt idx="60">
                        <c:v>84</c:v>
                      </c:pt>
                      <c:pt idx="61">
                        <c:v>85</c:v>
                      </c:pt>
                      <c:pt idx="62">
                        <c:v>86</c:v>
                      </c:pt>
                      <c:pt idx="63">
                        <c:v>87</c:v>
                      </c:pt>
                      <c:pt idx="64">
                        <c:v>88</c:v>
                      </c:pt>
                      <c:pt idx="65">
                        <c:v>92</c:v>
                      </c:pt>
                      <c:pt idx="66">
                        <c:v>93</c:v>
                      </c:pt>
                      <c:pt idx="67">
                        <c:v>94</c:v>
                      </c:pt>
                      <c:pt idx="68">
                        <c:v>95</c:v>
                      </c:pt>
                      <c:pt idx="69">
                        <c:v>96</c:v>
                      </c:pt>
                      <c:pt idx="70">
                        <c:v>97</c:v>
                      </c:pt>
                      <c:pt idx="71">
                        <c:v>98</c:v>
                      </c:pt>
                      <c:pt idx="72">
                        <c:v>99</c:v>
                      </c:pt>
                      <c:pt idx="73">
                        <c:v>100</c:v>
                      </c:pt>
                    </c:numCache>
                  </c:numRef>
                </c:val>
                <c:extLst>
                  <c:ext xmlns:c16="http://schemas.microsoft.com/office/drawing/2014/chart" uri="{C3380CC4-5D6E-409C-BE32-E72D297353CC}">
                    <c16:uniqueId val="{00000001-80AB-4E85-907E-96BCC4E50BAC}"/>
                  </c:ext>
                </c:extLst>
              </c15:ser>
            </c15:filteredBarSeries>
          </c:ext>
        </c:extLst>
      </c:barChart>
      <c:catAx>
        <c:axId val="9877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655392"/>
        <c:crosses val="autoZero"/>
        <c:auto val="1"/>
        <c:lblAlgn val="ctr"/>
        <c:lblOffset val="100"/>
        <c:noMultiLvlLbl val="0"/>
      </c:catAx>
      <c:valAx>
        <c:axId val="70655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77440"/>
        <c:crosses val="autoZero"/>
        <c:crossBetween val="between"/>
      </c:valAx>
      <c:spPr>
        <a:noFill/>
        <a:ln>
          <a:noFill/>
        </a:ln>
        <a:effectLst/>
      </c:spPr>
    </c:plotArea>
    <c:legend>
      <c:legendPos val="b"/>
      <c:layout>
        <c:manualLayout>
          <c:xMode val="edge"/>
          <c:yMode val="edge"/>
          <c:x val="0.34128062117235347"/>
          <c:y val="0.92187445319335082"/>
          <c:w val="0.24955555555555556"/>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'number of posts by users'!$A$1</c:f>
              <c:strCache>
                <c:ptCount val="1"/>
                <c:pt idx="0">
                  <c:v>number_of_posts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name>5.14</c:name>
            <c:spPr>
              <a:ln w="19050" cap="rnd">
                <a:solidFill>
                  <a:schemeClr val="accent1"/>
                </a:solidFill>
                <a:prstDash val="sysDot"/>
              </a:ln>
              <a:effectLst/>
            </c:spPr>
            <c:trendlineType val="linear"/>
            <c:dispRSqr val="0"/>
            <c:dispEq val="0"/>
          </c:trendline>
          <c:cat>
            <c:numRef>
              <c:f>'number of posts by users'!$B$2:$B$75</c:f>
              <c:numCache>
                <c:formatCode>General</c:formatCode>
                <c:ptCount val="74"/>
                <c:pt idx="0">
                  <c:v>1</c:v>
                </c:pt>
                <c:pt idx="1">
                  <c:v>2</c:v>
                </c:pt>
                <c:pt idx="2">
                  <c:v>3</c:v>
                </c:pt>
                <c:pt idx="3">
                  <c:v>4</c:v>
                </c:pt>
                <c:pt idx="4">
                  <c:v>6</c:v>
                </c:pt>
                <c:pt idx="5">
                  <c:v>8</c:v>
                </c:pt>
                <c:pt idx="6">
                  <c:v>9</c:v>
                </c:pt>
                <c:pt idx="7">
                  <c:v>10</c:v>
                </c:pt>
                <c:pt idx="8">
                  <c:v>11</c:v>
                </c:pt>
                <c:pt idx="9">
                  <c:v>12</c:v>
                </c:pt>
                <c:pt idx="10">
                  <c:v>13</c:v>
                </c:pt>
                <c:pt idx="11">
                  <c:v>15</c:v>
                </c:pt>
                <c:pt idx="12">
                  <c:v>16</c:v>
                </c:pt>
                <c:pt idx="13">
                  <c:v>17</c:v>
                </c:pt>
                <c:pt idx="14">
                  <c:v>18</c:v>
                </c:pt>
                <c:pt idx="15">
                  <c:v>19</c:v>
                </c:pt>
                <c:pt idx="16">
                  <c:v>20</c:v>
                </c:pt>
                <c:pt idx="17">
                  <c:v>22</c:v>
                </c:pt>
                <c:pt idx="18">
                  <c:v>23</c:v>
                </c:pt>
                <c:pt idx="19">
                  <c:v>26</c:v>
                </c:pt>
                <c:pt idx="20">
                  <c:v>27</c:v>
                </c:pt>
                <c:pt idx="21">
                  <c:v>28</c:v>
                </c:pt>
                <c:pt idx="22">
                  <c:v>29</c:v>
                </c:pt>
                <c:pt idx="23">
                  <c:v>30</c:v>
                </c:pt>
                <c:pt idx="24">
                  <c:v>31</c:v>
                </c:pt>
                <c:pt idx="25">
                  <c:v>32</c:v>
                </c:pt>
                <c:pt idx="26">
                  <c:v>33</c:v>
                </c:pt>
                <c:pt idx="27">
                  <c:v>35</c:v>
                </c:pt>
                <c:pt idx="28">
                  <c:v>37</c:v>
                </c:pt>
                <c:pt idx="29">
                  <c:v>38</c:v>
                </c:pt>
                <c:pt idx="30">
                  <c:v>39</c:v>
                </c:pt>
                <c:pt idx="31">
                  <c:v>40</c:v>
                </c:pt>
                <c:pt idx="32">
                  <c:v>42</c:v>
                </c:pt>
                <c:pt idx="33">
                  <c:v>43</c:v>
                </c:pt>
                <c:pt idx="34">
                  <c:v>44</c:v>
                </c:pt>
                <c:pt idx="35">
                  <c:v>46</c:v>
                </c:pt>
                <c:pt idx="36">
                  <c:v>47</c:v>
                </c:pt>
                <c:pt idx="37">
                  <c:v>48</c:v>
                </c:pt>
                <c:pt idx="38">
                  <c:v>50</c:v>
                </c:pt>
                <c:pt idx="39">
                  <c:v>51</c:v>
                </c:pt>
                <c:pt idx="40">
                  <c:v>52</c:v>
                </c:pt>
                <c:pt idx="41">
                  <c:v>55</c:v>
                </c:pt>
                <c:pt idx="42">
                  <c:v>56</c:v>
                </c:pt>
                <c:pt idx="43">
                  <c:v>58</c:v>
                </c:pt>
                <c:pt idx="44">
                  <c:v>59</c:v>
                </c:pt>
                <c:pt idx="45">
                  <c:v>60</c:v>
                </c:pt>
                <c:pt idx="46">
                  <c:v>61</c:v>
                </c:pt>
                <c:pt idx="47">
                  <c:v>62</c:v>
                </c:pt>
                <c:pt idx="48">
                  <c:v>63</c:v>
                </c:pt>
                <c:pt idx="49">
                  <c:v>64</c:v>
                </c:pt>
                <c:pt idx="50">
                  <c:v>65</c:v>
                </c:pt>
                <c:pt idx="51">
                  <c:v>67</c:v>
                </c:pt>
                <c:pt idx="52">
                  <c:v>69</c:v>
                </c:pt>
                <c:pt idx="53">
                  <c:v>70</c:v>
                </c:pt>
                <c:pt idx="54">
                  <c:v>72</c:v>
                </c:pt>
                <c:pt idx="55">
                  <c:v>73</c:v>
                </c:pt>
                <c:pt idx="56">
                  <c:v>77</c:v>
                </c:pt>
                <c:pt idx="57">
                  <c:v>78</c:v>
                </c:pt>
                <c:pt idx="58">
                  <c:v>79</c:v>
                </c:pt>
                <c:pt idx="59">
                  <c:v>82</c:v>
                </c:pt>
                <c:pt idx="60">
                  <c:v>84</c:v>
                </c:pt>
                <c:pt idx="61">
                  <c:v>85</c:v>
                </c:pt>
                <c:pt idx="62">
                  <c:v>86</c:v>
                </c:pt>
                <c:pt idx="63">
                  <c:v>87</c:v>
                </c:pt>
                <c:pt idx="64">
                  <c:v>88</c:v>
                </c:pt>
                <c:pt idx="65">
                  <c:v>92</c:v>
                </c:pt>
                <c:pt idx="66">
                  <c:v>93</c:v>
                </c:pt>
                <c:pt idx="67">
                  <c:v>94</c:v>
                </c:pt>
                <c:pt idx="68">
                  <c:v>95</c:v>
                </c:pt>
                <c:pt idx="69">
                  <c:v>96</c:v>
                </c:pt>
                <c:pt idx="70">
                  <c:v>97</c:v>
                </c:pt>
                <c:pt idx="71">
                  <c:v>98</c:v>
                </c:pt>
                <c:pt idx="72">
                  <c:v>99</c:v>
                </c:pt>
                <c:pt idx="73">
                  <c:v>100</c:v>
                </c:pt>
              </c:numCache>
            </c:numRef>
          </c:cat>
          <c:val>
            <c:numRef>
              <c:f>'number of posts by users'!$A$2:$A$75</c:f>
              <c:numCache>
                <c:formatCode>General</c:formatCode>
                <c:ptCount val="74"/>
                <c:pt idx="0">
                  <c:v>10</c:v>
                </c:pt>
                <c:pt idx="1">
                  <c:v>8</c:v>
                </c:pt>
                <c:pt idx="2">
                  <c:v>8</c:v>
                </c:pt>
                <c:pt idx="3">
                  <c:v>6</c:v>
                </c:pt>
                <c:pt idx="4">
                  <c:v>10</c:v>
                </c:pt>
                <c:pt idx="5">
                  <c:v>8</c:v>
                </c:pt>
                <c:pt idx="6">
                  <c:v>8</c:v>
                </c:pt>
                <c:pt idx="7">
                  <c:v>6</c:v>
                </c:pt>
                <c:pt idx="8">
                  <c:v>10</c:v>
                </c:pt>
                <c:pt idx="9">
                  <c:v>8</c:v>
                </c:pt>
                <c:pt idx="10">
                  <c:v>10</c:v>
                </c:pt>
                <c:pt idx="11">
                  <c:v>8</c:v>
                </c:pt>
                <c:pt idx="12">
                  <c:v>8</c:v>
                </c:pt>
                <c:pt idx="13">
                  <c:v>6</c:v>
                </c:pt>
                <c:pt idx="14">
                  <c:v>2</c:v>
                </c:pt>
                <c:pt idx="15">
                  <c:v>4</c:v>
                </c:pt>
                <c:pt idx="16">
                  <c:v>2</c:v>
                </c:pt>
                <c:pt idx="17">
                  <c:v>2</c:v>
                </c:pt>
                <c:pt idx="18">
                  <c:v>24</c:v>
                </c:pt>
                <c:pt idx="19">
                  <c:v>10</c:v>
                </c:pt>
                <c:pt idx="20">
                  <c:v>2</c:v>
                </c:pt>
                <c:pt idx="21">
                  <c:v>8</c:v>
                </c:pt>
                <c:pt idx="22">
                  <c:v>16</c:v>
                </c:pt>
                <c:pt idx="23">
                  <c:v>4</c:v>
                </c:pt>
                <c:pt idx="24">
                  <c:v>2</c:v>
                </c:pt>
                <c:pt idx="25">
                  <c:v>8</c:v>
                </c:pt>
                <c:pt idx="26">
                  <c:v>10</c:v>
                </c:pt>
                <c:pt idx="27">
                  <c:v>4</c:v>
                </c:pt>
                <c:pt idx="28">
                  <c:v>2</c:v>
                </c:pt>
                <c:pt idx="29">
                  <c:v>4</c:v>
                </c:pt>
                <c:pt idx="30">
                  <c:v>2</c:v>
                </c:pt>
                <c:pt idx="31">
                  <c:v>2</c:v>
                </c:pt>
                <c:pt idx="32">
                  <c:v>6</c:v>
                </c:pt>
                <c:pt idx="33">
                  <c:v>10</c:v>
                </c:pt>
                <c:pt idx="34">
                  <c:v>8</c:v>
                </c:pt>
                <c:pt idx="35">
                  <c:v>8</c:v>
                </c:pt>
                <c:pt idx="36">
                  <c:v>10</c:v>
                </c:pt>
                <c:pt idx="37">
                  <c:v>2</c:v>
                </c:pt>
                <c:pt idx="38">
                  <c:v>6</c:v>
                </c:pt>
                <c:pt idx="39">
                  <c:v>10</c:v>
                </c:pt>
                <c:pt idx="40">
                  <c:v>10</c:v>
                </c:pt>
                <c:pt idx="41">
                  <c:v>2</c:v>
                </c:pt>
                <c:pt idx="42">
                  <c:v>2</c:v>
                </c:pt>
                <c:pt idx="43">
                  <c:v>16</c:v>
                </c:pt>
                <c:pt idx="44">
                  <c:v>20</c:v>
                </c:pt>
                <c:pt idx="45">
                  <c:v>4</c:v>
                </c:pt>
                <c:pt idx="46">
                  <c:v>2</c:v>
                </c:pt>
                <c:pt idx="47">
                  <c:v>4</c:v>
                </c:pt>
                <c:pt idx="48">
                  <c:v>8</c:v>
                </c:pt>
                <c:pt idx="49">
                  <c:v>10</c:v>
                </c:pt>
                <c:pt idx="50">
                  <c:v>10</c:v>
                </c:pt>
                <c:pt idx="51">
                  <c:v>6</c:v>
                </c:pt>
                <c:pt idx="52">
                  <c:v>2</c:v>
                </c:pt>
                <c:pt idx="53">
                  <c:v>2</c:v>
                </c:pt>
                <c:pt idx="54">
                  <c:v>10</c:v>
                </c:pt>
                <c:pt idx="55">
                  <c:v>2</c:v>
                </c:pt>
                <c:pt idx="56">
                  <c:v>12</c:v>
                </c:pt>
                <c:pt idx="57">
                  <c:v>10</c:v>
                </c:pt>
                <c:pt idx="58">
                  <c:v>2</c:v>
                </c:pt>
                <c:pt idx="59">
                  <c:v>4</c:v>
                </c:pt>
                <c:pt idx="60">
                  <c:v>4</c:v>
                </c:pt>
                <c:pt idx="61">
                  <c:v>4</c:v>
                </c:pt>
                <c:pt idx="62">
                  <c:v>18</c:v>
                </c:pt>
                <c:pt idx="63">
                  <c:v>8</c:v>
                </c:pt>
                <c:pt idx="64">
                  <c:v>22</c:v>
                </c:pt>
                <c:pt idx="65">
                  <c:v>6</c:v>
                </c:pt>
                <c:pt idx="66">
                  <c:v>4</c:v>
                </c:pt>
                <c:pt idx="67">
                  <c:v>2</c:v>
                </c:pt>
                <c:pt idx="68">
                  <c:v>4</c:v>
                </c:pt>
                <c:pt idx="69">
                  <c:v>6</c:v>
                </c:pt>
                <c:pt idx="70">
                  <c:v>4</c:v>
                </c:pt>
                <c:pt idx="71">
                  <c:v>2</c:v>
                </c:pt>
                <c:pt idx="72">
                  <c:v>6</c:v>
                </c:pt>
                <c:pt idx="73">
                  <c:v>4</c:v>
                </c:pt>
              </c:numCache>
            </c:numRef>
          </c:val>
          <c:extLst>
            <c:ext xmlns:c16="http://schemas.microsoft.com/office/drawing/2014/chart" uri="{C3380CC4-5D6E-409C-BE32-E72D297353CC}">
              <c16:uniqueId val="{00000001-29C8-4CB6-8F03-F8EBF0F6D211}"/>
            </c:ext>
          </c:extLst>
        </c:ser>
        <c:dLbls>
          <c:dLblPos val="outEnd"/>
          <c:showLegendKey val="0"/>
          <c:showVal val="1"/>
          <c:showCatName val="0"/>
          <c:showSerName val="0"/>
          <c:showPercent val="0"/>
          <c:showBubbleSize val="0"/>
        </c:dLbls>
        <c:gapWidth val="219"/>
        <c:overlap val="-27"/>
        <c:axId val="9877440"/>
        <c:axId val="70655392"/>
        <c:extLst>
          <c:ext xmlns:c15="http://schemas.microsoft.com/office/drawing/2012/chart" uri="{02D57815-91ED-43cb-92C2-25804820EDAC}">
            <c15:filteredBarSeries>
              <c15:ser>
                <c:idx val="1"/>
                <c:order val="1"/>
                <c:tx>
                  <c:strRef>
                    <c:extLst>
                      <c:ext uri="{02D57815-91ED-43cb-92C2-25804820EDAC}">
                        <c15:formulaRef>
                          <c15:sqref>'number of posts by users'!$B$1</c15:sqref>
                        </c15:formulaRef>
                      </c:ext>
                    </c:extLst>
                    <c:strCache>
                      <c:ptCount val="1"/>
                      <c:pt idx="0">
                        <c:v>user_id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'number of posts by users'!$B$2:$B$75</c15:sqref>
                        </c15:formulaRef>
                      </c:ext>
                    </c:extLst>
                    <c:numCache>
                      <c:formatCode>General</c:formatCode>
                      <c:ptCount val="74"/>
                      <c:pt idx="0">
                        <c:v>1</c:v>
                      </c:pt>
                      <c:pt idx="1">
                        <c:v>2</c:v>
                      </c:pt>
                      <c:pt idx="2">
                        <c:v>3</c:v>
                      </c:pt>
                      <c:pt idx="3">
                        <c:v>4</c:v>
                      </c:pt>
                      <c:pt idx="4">
                        <c:v>6</c:v>
                      </c:pt>
                      <c:pt idx="5">
                        <c:v>8</c:v>
                      </c:pt>
                      <c:pt idx="6">
                        <c:v>9</c:v>
                      </c:pt>
                      <c:pt idx="7">
                        <c:v>10</c:v>
                      </c:pt>
                      <c:pt idx="8">
                        <c:v>11</c:v>
                      </c:pt>
                      <c:pt idx="9">
                        <c:v>12</c:v>
                      </c:pt>
                      <c:pt idx="10">
                        <c:v>13</c:v>
                      </c:pt>
                      <c:pt idx="11">
                        <c:v>15</c:v>
                      </c:pt>
                      <c:pt idx="12">
                        <c:v>16</c:v>
                      </c:pt>
                      <c:pt idx="13">
                        <c:v>17</c:v>
                      </c:pt>
                      <c:pt idx="14">
                        <c:v>18</c:v>
                      </c:pt>
                      <c:pt idx="15">
                        <c:v>19</c:v>
                      </c:pt>
                      <c:pt idx="16">
                        <c:v>20</c:v>
                      </c:pt>
                      <c:pt idx="17">
                        <c:v>22</c:v>
                      </c:pt>
                      <c:pt idx="18">
                        <c:v>23</c:v>
                      </c:pt>
                      <c:pt idx="19">
                        <c:v>26</c:v>
                      </c:pt>
                      <c:pt idx="20">
                        <c:v>27</c:v>
                      </c:pt>
                      <c:pt idx="21">
                        <c:v>28</c:v>
                      </c:pt>
                      <c:pt idx="22">
                        <c:v>29</c:v>
                      </c:pt>
                      <c:pt idx="23">
                        <c:v>30</c:v>
                      </c:pt>
                      <c:pt idx="24">
                        <c:v>31</c:v>
                      </c:pt>
                      <c:pt idx="25">
                        <c:v>32</c:v>
                      </c:pt>
                      <c:pt idx="26">
                        <c:v>33</c:v>
                      </c:pt>
                      <c:pt idx="27">
                        <c:v>35</c:v>
                      </c:pt>
                      <c:pt idx="28">
                        <c:v>37</c:v>
                      </c:pt>
                      <c:pt idx="29">
                        <c:v>38</c:v>
                      </c:pt>
                      <c:pt idx="30">
                        <c:v>39</c:v>
                      </c:pt>
                      <c:pt idx="31">
                        <c:v>40</c:v>
                      </c:pt>
                      <c:pt idx="32">
                        <c:v>42</c:v>
                      </c:pt>
                      <c:pt idx="33">
                        <c:v>43</c:v>
                      </c:pt>
                      <c:pt idx="34">
                        <c:v>44</c:v>
                      </c:pt>
                      <c:pt idx="35">
                        <c:v>46</c:v>
                      </c:pt>
                      <c:pt idx="36">
                        <c:v>47</c:v>
                      </c:pt>
                      <c:pt idx="37">
                        <c:v>48</c:v>
                      </c:pt>
                      <c:pt idx="38">
                        <c:v>50</c:v>
                      </c:pt>
                      <c:pt idx="39">
                        <c:v>51</c:v>
                      </c:pt>
                      <c:pt idx="40">
                        <c:v>52</c:v>
                      </c:pt>
                      <c:pt idx="41">
                        <c:v>55</c:v>
                      </c:pt>
                      <c:pt idx="42">
                        <c:v>56</c:v>
                      </c:pt>
                      <c:pt idx="43">
                        <c:v>58</c:v>
                      </c:pt>
                      <c:pt idx="44">
                        <c:v>59</c:v>
                      </c:pt>
                      <c:pt idx="45">
                        <c:v>60</c:v>
                      </c:pt>
                      <c:pt idx="46">
                        <c:v>61</c:v>
                      </c:pt>
                      <c:pt idx="47">
                        <c:v>62</c:v>
                      </c:pt>
                      <c:pt idx="48">
                        <c:v>63</c:v>
                      </c:pt>
                      <c:pt idx="49">
                        <c:v>64</c:v>
                      </c:pt>
                      <c:pt idx="50">
                        <c:v>65</c:v>
                      </c:pt>
                      <c:pt idx="51">
                        <c:v>67</c:v>
                      </c:pt>
                      <c:pt idx="52">
                        <c:v>69</c:v>
                      </c:pt>
                      <c:pt idx="53">
                        <c:v>70</c:v>
                      </c:pt>
                      <c:pt idx="54">
                        <c:v>72</c:v>
                      </c:pt>
                      <c:pt idx="55">
                        <c:v>73</c:v>
                      </c:pt>
                      <c:pt idx="56">
                        <c:v>77</c:v>
                      </c:pt>
                      <c:pt idx="57">
                        <c:v>78</c:v>
                      </c:pt>
                      <c:pt idx="58">
                        <c:v>79</c:v>
                      </c:pt>
                      <c:pt idx="59">
                        <c:v>82</c:v>
                      </c:pt>
                      <c:pt idx="60">
                        <c:v>84</c:v>
                      </c:pt>
                      <c:pt idx="61">
                        <c:v>85</c:v>
                      </c:pt>
                      <c:pt idx="62">
                        <c:v>86</c:v>
                      </c:pt>
                      <c:pt idx="63">
                        <c:v>87</c:v>
                      </c:pt>
                      <c:pt idx="64">
                        <c:v>88</c:v>
                      </c:pt>
                      <c:pt idx="65">
                        <c:v>92</c:v>
                      </c:pt>
                      <c:pt idx="66">
                        <c:v>93</c:v>
                      </c:pt>
                      <c:pt idx="67">
                        <c:v>94</c:v>
                      </c:pt>
                      <c:pt idx="68">
                        <c:v>95</c:v>
                      </c:pt>
                      <c:pt idx="69">
                        <c:v>96</c:v>
                      </c:pt>
                      <c:pt idx="70">
                        <c:v>97</c:v>
                      </c:pt>
                      <c:pt idx="71">
                        <c:v>98</c:v>
                      </c:pt>
                      <c:pt idx="72">
                        <c:v>99</c:v>
                      </c:pt>
                      <c:pt idx="73">
                        <c:v>100</c:v>
                      </c:pt>
                    </c:numCache>
                  </c:numRef>
                </c:cat>
                <c:val>
                  <c:numRef>
                    <c:extLst>
                      <c:ext uri="{02D57815-91ED-43cb-92C2-25804820EDAC}">
                        <c15:formulaRef>
                          <c15:sqref>'number of posts by users'!$B$2:$B$75</c15:sqref>
                        </c15:formulaRef>
                      </c:ext>
                    </c:extLst>
                    <c:numCache>
                      <c:formatCode>General</c:formatCode>
                      <c:ptCount val="74"/>
                      <c:pt idx="0">
                        <c:v>1</c:v>
                      </c:pt>
                      <c:pt idx="1">
                        <c:v>2</c:v>
                      </c:pt>
                      <c:pt idx="2">
                        <c:v>3</c:v>
                      </c:pt>
                      <c:pt idx="3">
                        <c:v>4</c:v>
                      </c:pt>
                      <c:pt idx="4">
                        <c:v>6</c:v>
                      </c:pt>
                      <c:pt idx="5">
                        <c:v>8</c:v>
                      </c:pt>
                      <c:pt idx="6">
                        <c:v>9</c:v>
                      </c:pt>
                      <c:pt idx="7">
                        <c:v>10</c:v>
                      </c:pt>
                      <c:pt idx="8">
                        <c:v>11</c:v>
                      </c:pt>
                      <c:pt idx="9">
                        <c:v>12</c:v>
                      </c:pt>
                      <c:pt idx="10">
                        <c:v>13</c:v>
                      </c:pt>
                      <c:pt idx="11">
                        <c:v>15</c:v>
                      </c:pt>
                      <c:pt idx="12">
                        <c:v>16</c:v>
                      </c:pt>
                      <c:pt idx="13">
                        <c:v>17</c:v>
                      </c:pt>
                      <c:pt idx="14">
                        <c:v>18</c:v>
                      </c:pt>
                      <c:pt idx="15">
                        <c:v>19</c:v>
                      </c:pt>
                      <c:pt idx="16">
                        <c:v>20</c:v>
                      </c:pt>
                      <c:pt idx="17">
                        <c:v>22</c:v>
                      </c:pt>
                      <c:pt idx="18">
                        <c:v>23</c:v>
                      </c:pt>
                      <c:pt idx="19">
                        <c:v>26</c:v>
                      </c:pt>
                      <c:pt idx="20">
                        <c:v>27</c:v>
                      </c:pt>
                      <c:pt idx="21">
                        <c:v>28</c:v>
                      </c:pt>
                      <c:pt idx="22">
                        <c:v>29</c:v>
                      </c:pt>
                      <c:pt idx="23">
                        <c:v>30</c:v>
                      </c:pt>
                      <c:pt idx="24">
                        <c:v>31</c:v>
                      </c:pt>
                      <c:pt idx="25">
                        <c:v>32</c:v>
                      </c:pt>
                      <c:pt idx="26">
                        <c:v>33</c:v>
                      </c:pt>
                      <c:pt idx="27">
                        <c:v>35</c:v>
                      </c:pt>
                      <c:pt idx="28">
                        <c:v>37</c:v>
                      </c:pt>
                      <c:pt idx="29">
                        <c:v>38</c:v>
                      </c:pt>
                      <c:pt idx="30">
                        <c:v>39</c:v>
                      </c:pt>
                      <c:pt idx="31">
                        <c:v>40</c:v>
                      </c:pt>
                      <c:pt idx="32">
                        <c:v>42</c:v>
                      </c:pt>
                      <c:pt idx="33">
                        <c:v>43</c:v>
                      </c:pt>
                      <c:pt idx="34">
                        <c:v>44</c:v>
                      </c:pt>
                      <c:pt idx="35">
                        <c:v>46</c:v>
                      </c:pt>
                      <c:pt idx="36">
                        <c:v>47</c:v>
                      </c:pt>
                      <c:pt idx="37">
                        <c:v>48</c:v>
                      </c:pt>
                      <c:pt idx="38">
                        <c:v>50</c:v>
                      </c:pt>
                      <c:pt idx="39">
                        <c:v>51</c:v>
                      </c:pt>
                      <c:pt idx="40">
                        <c:v>52</c:v>
                      </c:pt>
                      <c:pt idx="41">
                        <c:v>55</c:v>
                      </c:pt>
                      <c:pt idx="42">
                        <c:v>56</c:v>
                      </c:pt>
                      <c:pt idx="43">
                        <c:v>58</c:v>
                      </c:pt>
                      <c:pt idx="44">
                        <c:v>59</c:v>
                      </c:pt>
                      <c:pt idx="45">
                        <c:v>60</c:v>
                      </c:pt>
                      <c:pt idx="46">
                        <c:v>61</c:v>
                      </c:pt>
                      <c:pt idx="47">
                        <c:v>62</c:v>
                      </c:pt>
                      <c:pt idx="48">
                        <c:v>63</c:v>
                      </c:pt>
                      <c:pt idx="49">
                        <c:v>64</c:v>
                      </c:pt>
                      <c:pt idx="50">
                        <c:v>65</c:v>
                      </c:pt>
                      <c:pt idx="51">
                        <c:v>67</c:v>
                      </c:pt>
                      <c:pt idx="52">
                        <c:v>69</c:v>
                      </c:pt>
                      <c:pt idx="53">
                        <c:v>70</c:v>
                      </c:pt>
                      <c:pt idx="54">
                        <c:v>72</c:v>
                      </c:pt>
                      <c:pt idx="55">
                        <c:v>73</c:v>
                      </c:pt>
                      <c:pt idx="56">
                        <c:v>77</c:v>
                      </c:pt>
                      <c:pt idx="57">
                        <c:v>78</c:v>
                      </c:pt>
                      <c:pt idx="58">
                        <c:v>79</c:v>
                      </c:pt>
                      <c:pt idx="59">
                        <c:v>82</c:v>
                      </c:pt>
                      <c:pt idx="60">
                        <c:v>84</c:v>
                      </c:pt>
                      <c:pt idx="61">
                        <c:v>85</c:v>
                      </c:pt>
                      <c:pt idx="62">
                        <c:v>86</c:v>
                      </c:pt>
                      <c:pt idx="63">
                        <c:v>87</c:v>
                      </c:pt>
                      <c:pt idx="64">
                        <c:v>88</c:v>
                      </c:pt>
                      <c:pt idx="65">
                        <c:v>92</c:v>
                      </c:pt>
                      <c:pt idx="66">
                        <c:v>93</c:v>
                      </c:pt>
                      <c:pt idx="67">
                        <c:v>94</c:v>
                      </c:pt>
                      <c:pt idx="68">
                        <c:v>95</c:v>
                      </c:pt>
                      <c:pt idx="69">
                        <c:v>96</c:v>
                      </c:pt>
                      <c:pt idx="70">
                        <c:v>97</c:v>
                      </c:pt>
                      <c:pt idx="71">
                        <c:v>98</c:v>
                      </c:pt>
                      <c:pt idx="72">
                        <c:v>99</c:v>
                      </c:pt>
                      <c:pt idx="73">
                        <c:v>100</c:v>
                      </c:pt>
                    </c:numCache>
                  </c:numRef>
                </c:val>
                <c:extLst>
                  <c:ext xmlns:c16="http://schemas.microsoft.com/office/drawing/2014/chart" uri="{C3380CC4-5D6E-409C-BE32-E72D297353CC}">
                    <c16:uniqueId val="{00000002-29C8-4CB6-8F03-F8EBF0F6D211}"/>
                  </c:ext>
                </c:extLst>
              </c15:ser>
            </c15:filteredBarSeries>
          </c:ext>
        </c:extLst>
      </c:barChart>
      <c:catAx>
        <c:axId val="98774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User</a:t>
                </a:r>
                <a:r>
                  <a:rPr lang="en-US" baseline="0"/>
                  <a:t> ID</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655392"/>
        <c:crosses val="autoZero"/>
        <c:auto val="1"/>
        <c:lblAlgn val="ctr"/>
        <c:lblOffset val="100"/>
        <c:noMultiLvlLbl val="0"/>
      </c:catAx>
      <c:valAx>
        <c:axId val="706553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a:t>
                </a:r>
                <a:r>
                  <a:rPr lang="en-US" baseline="0"/>
                  <a:t> of posts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77440"/>
        <c:crosses val="autoZero"/>
        <c:crossBetween val="between"/>
      </c:valAx>
      <c:spPr>
        <a:noFill/>
        <a:ln>
          <a:noFill/>
        </a:ln>
        <a:effectLst/>
      </c:spPr>
    </c:plotArea>
    <c:legend>
      <c:legendPos val="b"/>
      <c:layout>
        <c:manualLayout>
          <c:xMode val="edge"/>
          <c:yMode val="edge"/>
          <c:x val="0.34128062117235347"/>
          <c:y val="0.92187445319335082"/>
          <c:w val="0.29113551071602778"/>
          <c:h val="4.828359974316515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'comments active users'!$A$1</c:f>
              <c:strCache>
                <c:ptCount val="1"/>
                <c:pt idx="0">
                  <c:v>number_comments</c:v>
                </c:pt>
              </c:strCache>
            </c:strRef>
          </c:tx>
          <c:spPr>
            <a:ln w="28575" cap="rnd">
              <a:solidFill>
                <a:schemeClr val="accent1"/>
              </a:solidFill>
              <a:round/>
            </a:ln>
            <a:effectLst/>
          </c:spPr>
          <c:marker>
            <c:symbol val="none"/>
          </c:marker>
          <c:cat>
            <c:numRef>
              <c:f>'comments active users'!$B$2:$B$78</c:f>
              <c:numCache>
                <c:formatCode>General</c:formatCode>
                <c:ptCount val="77"/>
                <c:pt idx="0">
                  <c:v>2</c:v>
                </c:pt>
                <c:pt idx="1">
                  <c:v>3</c:v>
                </c:pt>
                <c:pt idx="2">
                  <c:v>4</c:v>
                </c:pt>
                <c:pt idx="3">
                  <c:v>5</c:v>
                </c:pt>
                <c:pt idx="4">
                  <c:v>6</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24</c:v>
                </c:pt>
                <c:pt idx="21">
                  <c:v>26</c:v>
                </c:pt>
                <c:pt idx="22">
                  <c:v>27</c:v>
                </c:pt>
                <c:pt idx="23">
                  <c:v>28</c:v>
                </c:pt>
                <c:pt idx="24">
                  <c:v>30</c:v>
                </c:pt>
                <c:pt idx="25">
                  <c:v>31</c:v>
                </c:pt>
                <c:pt idx="26">
                  <c:v>32</c:v>
                </c:pt>
                <c:pt idx="27">
                  <c:v>33</c:v>
                </c:pt>
                <c:pt idx="28">
                  <c:v>35</c:v>
                </c:pt>
                <c:pt idx="29">
                  <c:v>36</c:v>
                </c:pt>
                <c:pt idx="30">
                  <c:v>37</c:v>
                </c:pt>
                <c:pt idx="31">
                  <c:v>38</c:v>
                </c:pt>
                <c:pt idx="32">
                  <c:v>39</c:v>
                </c:pt>
                <c:pt idx="33">
                  <c:v>40</c:v>
                </c:pt>
                <c:pt idx="34">
                  <c:v>41</c:v>
                </c:pt>
                <c:pt idx="35">
                  <c:v>42</c:v>
                </c:pt>
                <c:pt idx="36">
                  <c:v>43</c:v>
                </c:pt>
                <c:pt idx="37">
                  <c:v>44</c:v>
                </c:pt>
                <c:pt idx="38">
                  <c:v>46</c:v>
                </c:pt>
                <c:pt idx="39">
                  <c:v>47</c:v>
                </c:pt>
                <c:pt idx="40">
                  <c:v>48</c:v>
                </c:pt>
                <c:pt idx="41">
                  <c:v>50</c:v>
                </c:pt>
                <c:pt idx="42">
                  <c:v>52</c:v>
                </c:pt>
                <c:pt idx="43">
                  <c:v>54</c:v>
                </c:pt>
                <c:pt idx="44">
                  <c:v>55</c:v>
                </c:pt>
                <c:pt idx="45">
                  <c:v>56</c:v>
                </c:pt>
                <c:pt idx="46">
                  <c:v>57</c:v>
                </c:pt>
                <c:pt idx="47">
                  <c:v>60</c:v>
                </c:pt>
                <c:pt idx="48">
                  <c:v>61</c:v>
                </c:pt>
                <c:pt idx="49">
                  <c:v>62</c:v>
                </c:pt>
                <c:pt idx="50">
                  <c:v>63</c:v>
                </c:pt>
                <c:pt idx="51">
                  <c:v>65</c:v>
                </c:pt>
                <c:pt idx="52">
                  <c:v>66</c:v>
                </c:pt>
                <c:pt idx="53">
                  <c:v>67</c:v>
                </c:pt>
                <c:pt idx="54">
                  <c:v>69</c:v>
                </c:pt>
                <c:pt idx="55">
                  <c:v>70</c:v>
                </c:pt>
                <c:pt idx="56">
                  <c:v>71</c:v>
                </c:pt>
                <c:pt idx="57">
                  <c:v>72</c:v>
                </c:pt>
                <c:pt idx="58">
                  <c:v>73</c:v>
                </c:pt>
                <c:pt idx="59">
                  <c:v>75</c:v>
                </c:pt>
                <c:pt idx="60">
                  <c:v>76</c:v>
                </c:pt>
                <c:pt idx="61">
                  <c:v>78</c:v>
                </c:pt>
                <c:pt idx="62">
                  <c:v>79</c:v>
                </c:pt>
                <c:pt idx="63">
                  <c:v>82</c:v>
                </c:pt>
                <c:pt idx="64">
                  <c:v>84</c:v>
                </c:pt>
                <c:pt idx="65">
                  <c:v>85</c:v>
                </c:pt>
                <c:pt idx="66">
                  <c:v>87</c:v>
                </c:pt>
                <c:pt idx="67">
                  <c:v>91</c:v>
                </c:pt>
                <c:pt idx="68">
                  <c:v>92</c:v>
                </c:pt>
                <c:pt idx="69">
                  <c:v>93</c:v>
                </c:pt>
                <c:pt idx="70">
                  <c:v>94</c:v>
                </c:pt>
                <c:pt idx="71">
                  <c:v>95</c:v>
                </c:pt>
                <c:pt idx="72">
                  <c:v>96</c:v>
                </c:pt>
                <c:pt idx="73">
                  <c:v>97</c:v>
                </c:pt>
                <c:pt idx="74">
                  <c:v>98</c:v>
                </c:pt>
                <c:pt idx="75">
                  <c:v>99</c:v>
                </c:pt>
                <c:pt idx="76">
                  <c:v>100</c:v>
                </c:pt>
              </c:numCache>
            </c:numRef>
          </c:cat>
          <c:val>
            <c:numRef>
              <c:f>'comments active users'!$A$2:$A$78</c:f>
              <c:numCache>
                <c:formatCode>General</c:formatCode>
                <c:ptCount val="77"/>
                <c:pt idx="0">
                  <c:v>66</c:v>
                </c:pt>
                <c:pt idx="1">
                  <c:v>67</c:v>
                </c:pt>
                <c:pt idx="2">
                  <c:v>64</c:v>
                </c:pt>
                <c:pt idx="3">
                  <c:v>257</c:v>
                </c:pt>
                <c:pt idx="4">
                  <c:v>62</c:v>
                </c:pt>
                <c:pt idx="5">
                  <c:v>61</c:v>
                </c:pt>
                <c:pt idx="6">
                  <c:v>60</c:v>
                </c:pt>
                <c:pt idx="7">
                  <c:v>63</c:v>
                </c:pt>
                <c:pt idx="8">
                  <c:v>49</c:v>
                </c:pt>
                <c:pt idx="9">
                  <c:v>68</c:v>
                </c:pt>
                <c:pt idx="10">
                  <c:v>58</c:v>
                </c:pt>
                <c:pt idx="11">
                  <c:v>257</c:v>
                </c:pt>
                <c:pt idx="12">
                  <c:v>77</c:v>
                </c:pt>
                <c:pt idx="13">
                  <c:v>52</c:v>
                </c:pt>
                <c:pt idx="14">
                  <c:v>83</c:v>
                </c:pt>
                <c:pt idx="15">
                  <c:v>53</c:v>
                </c:pt>
                <c:pt idx="16">
                  <c:v>60</c:v>
                </c:pt>
                <c:pt idx="17">
                  <c:v>67</c:v>
                </c:pt>
                <c:pt idx="18">
                  <c:v>257</c:v>
                </c:pt>
                <c:pt idx="19">
                  <c:v>67</c:v>
                </c:pt>
                <c:pt idx="20">
                  <c:v>257</c:v>
                </c:pt>
                <c:pt idx="21">
                  <c:v>69</c:v>
                </c:pt>
                <c:pt idx="22">
                  <c:v>67</c:v>
                </c:pt>
                <c:pt idx="23">
                  <c:v>59</c:v>
                </c:pt>
                <c:pt idx="24">
                  <c:v>65</c:v>
                </c:pt>
                <c:pt idx="25">
                  <c:v>66</c:v>
                </c:pt>
                <c:pt idx="26">
                  <c:v>56</c:v>
                </c:pt>
                <c:pt idx="27">
                  <c:v>61</c:v>
                </c:pt>
                <c:pt idx="28">
                  <c:v>67</c:v>
                </c:pt>
                <c:pt idx="29">
                  <c:v>257</c:v>
                </c:pt>
                <c:pt idx="30">
                  <c:v>63</c:v>
                </c:pt>
                <c:pt idx="31">
                  <c:v>58</c:v>
                </c:pt>
                <c:pt idx="32">
                  <c:v>67</c:v>
                </c:pt>
                <c:pt idx="33">
                  <c:v>68</c:v>
                </c:pt>
                <c:pt idx="34">
                  <c:v>257</c:v>
                </c:pt>
                <c:pt idx="35">
                  <c:v>54</c:v>
                </c:pt>
                <c:pt idx="36">
                  <c:v>72</c:v>
                </c:pt>
                <c:pt idx="37">
                  <c:v>60</c:v>
                </c:pt>
                <c:pt idx="38">
                  <c:v>68</c:v>
                </c:pt>
                <c:pt idx="39">
                  <c:v>59</c:v>
                </c:pt>
                <c:pt idx="40">
                  <c:v>55</c:v>
                </c:pt>
                <c:pt idx="41">
                  <c:v>69</c:v>
                </c:pt>
                <c:pt idx="42">
                  <c:v>56</c:v>
                </c:pt>
                <c:pt idx="43">
                  <c:v>257</c:v>
                </c:pt>
                <c:pt idx="44">
                  <c:v>66</c:v>
                </c:pt>
                <c:pt idx="45">
                  <c:v>68</c:v>
                </c:pt>
                <c:pt idx="46">
                  <c:v>257</c:v>
                </c:pt>
                <c:pt idx="47">
                  <c:v>72</c:v>
                </c:pt>
                <c:pt idx="48">
                  <c:v>58</c:v>
                </c:pt>
                <c:pt idx="49">
                  <c:v>58</c:v>
                </c:pt>
                <c:pt idx="50">
                  <c:v>80</c:v>
                </c:pt>
                <c:pt idx="51">
                  <c:v>60</c:v>
                </c:pt>
                <c:pt idx="52">
                  <c:v>257</c:v>
                </c:pt>
                <c:pt idx="53">
                  <c:v>76</c:v>
                </c:pt>
                <c:pt idx="54">
                  <c:v>69</c:v>
                </c:pt>
                <c:pt idx="55">
                  <c:v>69</c:v>
                </c:pt>
                <c:pt idx="56">
                  <c:v>257</c:v>
                </c:pt>
                <c:pt idx="57">
                  <c:v>64</c:v>
                </c:pt>
                <c:pt idx="58">
                  <c:v>63</c:v>
                </c:pt>
                <c:pt idx="59">
                  <c:v>257</c:v>
                </c:pt>
                <c:pt idx="60">
                  <c:v>257</c:v>
                </c:pt>
                <c:pt idx="61">
                  <c:v>60</c:v>
                </c:pt>
                <c:pt idx="62">
                  <c:v>68</c:v>
                </c:pt>
                <c:pt idx="63">
                  <c:v>67</c:v>
                </c:pt>
                <c:pt idx="64">
                  <c:v>76</c:v>
                </c:pt>
                <c:pt idx="65">
                  <c:v>57</c:v>
                </c:pt>
                <c:pt idx="66">
                  <c:v>74</c:v>
                </c:pt>
                <c:pt idx="67">
                  <c:v>257</c:v>
                </c:pt>
                <c:pt idx="68">
                  <c:v>61</c:v>
                </c:pt>
                <c:pt idx="69">
                  <c:v>63</c:v>
                </c:pt>
                <c:pt idx="70">
                  <c:v>68</c:v>
                </c:pt>
                <c:pt idx="71">
                  <c:v>68</c:v>
                </c:pt>
                <c:pt idx="72">
                  <c:v>75</c:v>
                </c:pt>
                <c:pt idx="73">
                  <c:v>68</c:v>
                </c:pt>
                <c:pt idx="74">
                  <c:v>65</c:v>
                </c:pt>
                <c:pt idx="75">
                  <c:v>68</c:v>
                </c:pt>
                <c:pt idx="76">
                  <c:v>70</c:v>
                </c:pt>
              </c:numCache>
            </c:numRef>
          </c:val>
          <c:smooth val="0"/>
          <c:extLst>
            <c:ext xmlns:c16="http://schemas.microsoft.com/office/drawing/2014/chart" uri="{C3380CC4-5D6E-409C-BE32-E72D297353CC}">
              <c16:uniqueId val="{00000000-4E55-4042-8CA3-A9723C6A4553}"/>
            </c:ext>
          </c:extLst>
        </c:ser>
        <c:dLbls>
          <c:showLegendKey val="0"/>
          <c:showVal val="0"/>
          <c:showCatName val="0"/>
          <c:showSerName val="0"/>
          <c:showPercent val="0"/>
          <c:showBubbleSize val="0"/>
        </c:dLbls>
        <c:smooth val="0"/>
        <c:axId val="2030720960"/>
        <c:axId val="283152560"/>
        <c:extLst>
          <c:ext xmlns:c15="http://schemas.microsoft.com/office/drawing/2012/chart" uri="{02D57815-91ED-43cb-92C2-25804820EDAC}">
            <c15:filteredLineSeries>
              <c15:ser>
                <c:idx val="1"/>
                <c:order val="1"/>
                <c:tx>
                  <c:strRef>
                    <c:extLst>
                      <c:ext uri="{02D57815-91ED-43cb-92C2-25804820EDAC}">
                        <c15:formulaRef>
                          <c15:sqref>'comments active users'!$B$1</c15:sqref>
                        </c15:formulaRef>
                      </c:ext>
                    </c:extLst>
                    <c:strCache>
                      <c:ptCount val="1"/>
                      <c:pt idx="0">
                        <c:v>user_id</c:v>
                      </c:pt>
                    </c:strCache>
                  </c:strRef>
                </c:tx>
                <c:spPr>
                  <a:ln w="28575" cap="rnd">
                    <a:solidFill>
                      <a:schemeClr val="accent2"/>
                    </a:solidFill>
                    <a:round/>
                  </a:ln>
                  <a:effectLst/>
                </c:spPr>
                <c:marker>
                  <c:symbol val="none"/>
                </c:marker>
                <c:cat>
                  <c:numRef>
                    <c:extLst>
                      <c:ext uri="{02D57815-91ED-43cb-92C2-25804820EDAC}">
                        <c15:formulaRef>
                          <c15:sqref>'comments active users'!$B$2:$B$78</c15:sqref>
                        </c15:formulaRef>
                      </c:ext>
                    </c:extLst>
                    <c:numCache>
                      <c:formatCode>General</c:formatCode>
                      <c:ptCount val="77"/>
                      <c:pt idx="0">
                        <c:v>2</c:v>
                      </c:pt>
                      <c:pt idx="1">
                        <c:v>3</c:v>
                      </c:pt>
                      <c:pt idx="2">
                        <c:v>4</c:v>
                      </c:pt>
                      <c:pt idx="3">
                        <c:v>5</c:v>
                      </c:pt>
                      <c:pt idx="4">
                        <c:v>6</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24</c:v>
                      </c:pt>
                      <c:pt idx="21">
                        <c:v>26</c:v>
                      </c:pt>
                      <c:pt idx="22">
                        <c:v>27</c:v>
                      </c:pt>
                      <c:pt idx="23">
                        <c:v>28</c:v>
                      </c:pt>
                      <c:pt idx="24">
                        <c:v>30</c:v>
                      </c:pt>
                      <c:pt idx="25">
                        <c:v>31</c:v>
                      </c:pt>
                      <c:pt idx="26">
                        <c:v>32</c:v>
                      </c:pt>
                      <c:pt idx="27">
                        <c:v>33</c:v>
                      </c:pt>
                      <c:pt idx="28">
                        <c:v>35</c:v>
                      </c:pt>
                      <c:pt idx="29">
                        <c:v>36</c:v>
                      </c:pt>
                      <c:pt idx="30">
                        <c:v>37</c:v>
                      </c:pt>
                      <c:pt idx="31">
                        <c:v>38</c:v>
                      </c:pt>
                      <c:pt idx="32">
                        <c:v>39</c:v>
                      </c:pt>
                      <c:pt idx="33">
                        <c:v>40</c:v>
                      </c:pt>
                      <c:pt idx="34">
                        <c:v>41</c:v>
                      </c:pt>
                      <c:pt idx="35">
                        <c:v>42</c:v>
                      </c:pt>
                      <c:pt idx="36">
                        <c:v>43</c:v>
                      </c:pt>
                      <c:pt idx="37">
                        <c:v>44</c:v>
                      </c:pt>
                      <c:pt idx="38">
                        <c:v>46</c:v>
                      </c:pt>
                      <c:pt idx="39">
                        <c:v>47</c:v>
                      </c:pt>
                      <c:pt idx="40">
                        <c:v>48</c:v>
                      </c:pt>
                      <c:pt idx="41">
                        <c:v>50</c:v>
                      </c:pt>
                      <c:pt idx="42">
                        <c:v>52</c:v>
                      </c:pt>
                      <c:pt idx="43">
                        <c:v>54</c:v>
                      </c:pt>
                      <c:pt idx="44">
                        <c:v>55</c:v>
                      </c:pt>
                      <c:pt idx="45">
                        <c:v>56</c:v>
                      </c:pt>
                      <c:pt idx="46">
                        <c:v>57</c:v>
                      </c:pt>
                      <c:pt idx="47">
                        <c:v>60</c:v>
                      </c:pt>
                      <c:pt idx="48">
                        <c:v>61</c:v>
                      </c:pt>
                      <c:pt idx="49">
                        <c:v>62</c:v>
                      </c:pt>
                      <c:pt idx="50">
                        <c:v>63</c:v>
                      </c:pt>
                      <c:pt idx="51">
                        <c:v>65</c:v>
                      </c:pt>
                      <c:pt idx="52">
                        <c:v>66</c:v>
                      </c:pt>
                      <c:pt idx="53">
                        <c:v>67</c:v>
                      </c:pt>
                      <c:pt idx="54">
                        <c:v>69</c:v>
                      </c:pt>
                      <c:pt idx="55">
                        <c:v>70</c:v>
                      </c:pt>
                      <c:pt idx="56">
                        <c:v>71</c:v>
                      </c:pt>
                      <c:pt idx="57">
                        <c:v>72</c:v>
                      </c:pt>
                      <c:pt idx="58">
                        <c:v>73</c:v>
                      </c:pt>
                      <c:pt idx="59">
                        <c:v>75</c:v>
                      </c:pt>
                      <c:pt idx="60">
                        <c:v>76</c:v>
                      </c:pt>
                      <c:pt idx="61">
                        <c:v>78</c:v>
                      </c:pt>
                      <c:pt idx="62">
                        <c:v>79</c:v>
                      </c:pt>
                      <c:pt idx="63">
                        <c:v>82</c:v>
                      </c:pt>
                      <c:pt idx="64">
                        <c:v>84</c:v>
                      </c:pt>
                      <c:pt idx="65">
                        <c:v>85</c:v>
                      </c:pt>
                      <c:pt idx="66">
                        <c:v>87</c:v>
                      </c:pt>
                      <c:pt idx="67">
                        <c:v>91</c:v>
                      </c:pt>
                      <c:pt idx="68">
                        <c:v>92</c:v>
                      </c:pt>
                      <c:pt idx="69">
                        <c:v>93</c:v>
                      </c:pt>
                      <c:pt idx="70">
                        <c:v>94</c:v>
                      </c:pt>
                      <c:pt idx="71">
                        <c:v>95</c:v>
                      </c:pt>
                      <c:pt idx="72">
                        <c:v>96</c:v>
                      </c:pt>
                      <c:pt idx="73">
                        <c:v>97</c:v>
                      </c:pt>
                      <c:pt idx="74">
                        <c:v>98</c:v>
                      </c:pt>
                      <c:pt idx="75">
                        <c:v>99</c:v>
                      </c:pt>
                      <c:pt idx="76">
                        <c:v>100</c:v>
                      </c:pt>
                    </c:numCache>
                  </c:numRef>
                </c:cat>
                <c:val>
                  <c:numRef>
                    <c:extLst>
                      <c:ext uri="{02D57815-91ED-43cb-92C2-25804820EDAC}">
                        <c15:formulaRef>
                          <c15:sqref>'comments active users'!$B$2:$B$78</c15:sqref>
                        </c15:formulaRef>
                      </c:ext>
                    </c:extLst>
                    <c:numCache>
                      <c:formatCode>General</c:formatCode>
                      <c:ptCount val="77"/>
                      <c:pt idx="0">
                        <c:v>2</c:v>
                      </c:pt>
                      <c:pt idx="1">
                        <c:v>3</c:v>
                      </c:pt>
                      <c:pt idx="2">
                        <c:v>4</c:v>
                      </c:pt>
                      <c:pt idx="3">
                        <c:v>5</c:v>
                      </c:pt>
                      <c:pt idx="4">
                        <c:v>6</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24</c:v>
                      </c:pt>
                      <c:pt idx="21">
                        <c:v>26</c:v>
                      </c:pt>
                      <c:pt idx="22">
                        <c:v>27</c:v>
                      </c:pt>
                      <c:pt idx="23">
                        <c:v>28</c:v>
                      </c:pt>
                      <c:pt idx="24">
                        <c:v>30</c:v>
                      </c:pt>
                      <c:pt idx="25">
                        <c:v>31</c:v>
                      </c:pt>
                      <c:pt idx="26">
                        <c:v>32</c:v>
                      </c:pt>
                      <c:pt idx="27">
                        <c:v>33</c:v>
                      </c:pt>
                      <c:pt idx="28">
                        <c:v>35</c:v>
                      </c:pt>
                      <c:pt idx="29">
                        <c:v>36</c:v>
                      </c:pt>
                      <c:pt idx="30">
                        <c:v>37</c:v>
                      </c:pt>
                      <c:pt idx="31">
                        <c:v>38</c:v>
                      </c:pt>
                      <c:pt idx="32">
                        <c:v>39</c:v>
                      </c:pt>
                      <c:pt idx="33">
                        <c:v>40</c:v>
                      </c:pt>
                      <c:pt idx="34">
                        <c:v>41</c:v>
                      </c:pt>
                      <c:pt idx="35">
                        <c:v>42</c:v>
                      </c:pt>
                      <c:pt idx="36">
                        <c:v>43</c:v>
                      </c:pt>
                      <c:pt idx="37">
                        <c:v>44</c:v>
                      </c:pt>
                      <c:pt idx="38">
                        <c:v>46</c:v>
                      </c:pt>
                      <c:pt idx="39">
                        <c:v>47</c:v>
                      </c:pt>
                      <c:pt idx="40">
                        <c:v>48</c:v>
                      </c:pt>
                      <c:pt idx="41">
                        <c:v>50</c:v>
                      </c:pt>
                      <c:pt idx="42">
                        <c:v>52</c:v>
                      </c:pt>
                      <c:pt idx="43">
                        <c:v>54</c:v>
                      </c:pt>
                      <c:pt idx="44">
                        <c:v>55</c:v>
                      </c:pt>
                      <c:pt idx="45">
                        <c:v>56</c:v>
                      </c:pt>
                      <c:pt idx="46">
                        <c:v>57</c:v>
                      </c:pt>
                      <c:pt idx="47">
                        <c:v>60</c:v>
                      </c:pt>
                      <c:pt idx="48">
                        <c:v>61</c:v>
                      </c:pt>
                      <c:pt idx="49">
                        <c:v>62</c:v>
                      </c:pt>
                      <c:pt idx="50">
                        <c:v>63</c:v>
                      </c:pt>
                      <c:pt idx="51">
                        <c:v>65</c:v>
                      </c:pt>
                      <c:pt idx="52">
                        <c:v>66</c:v>
                      </c:pt>
                      <c:pt idx="53">
                        <c:v>67</c:v>
                      </c:pt>
                      <c:pt idx="54">
                        <c:v>69</c:v>
                      </c:pt>
                      <c:pt idx="55">
                        <c:v>70</c:v>
                      </c:pt>
                      <c:pt idx="56">
                        <c:v>71</c:v>
                      </c:pt>
                      <c:pt idx="57">
                        <c:v>72</c:v>
                      </c:pt>
                      <c:pt idx="58">
                        <c:v>73</c:v>
                      </c:pt>
                      <c:pt idx="59">
                        <c:v>75</c:v>
                      </c:pt>
                      <c:pt idx="60">
                        <c:v>76</c:v>
                      </c:pt>
                      <c:pt idx="61">
                        <c:v>78</c:v>
                      </c:pt>
                      <c:pt idx="62">
                        <c:v>79</c:v>
                      </c:pt>
                      <c:pt idx="63">
                        <c:v>82</c:v>
                      </c:pt>
                      <c:pt idx="64">
                        <c:v>84</c:v>
                      </c:pt>
                      <c:pt idx="65">
                        <c:v>85</c:v>
                      </c:pt>
                      <c:pt idx="66">
                        <c:v>87</c:v>
                      </c:pt>
                      <c:pt idx="67">
                        <c:v>91</c:v>
                      </c:pt>
                      <c:pt idx="68">
                        <c:v>92</c:v>
                      </c:pt>
                      <c:pt idx="69">
                        <c:v>93</c:v>
                      </c:pt>
                      <c:pt idx="70">
                        <c:v>94</c:v>
                      </c:pt>
                      <c:pt idx="71">
                        <c:v>95</c:v>
                      </c:pt>
                      <c:pt idx="72">
                        <c:v>96</c:v>
                      </c:pt>
                      <c:pt idx="73">
                        <c:v>97</c:v>
                      </c:pt>
                      <c:pt idx="74">
                        <c:v>98</c:v>
                      </c:pt>
                      <c:pt idx="75">
                        <c:v>99</c:v>
                      </c:pt>
                      <c:pt idx="76">
                        <c:v>100</c:v>
                      </c:pt>
                    </c:numCache>
                  </c:numRef>
                </c:val>
                <c:smooth val="0"/>
                <c:extLst>
                  <c:ext xmlns:c16="http://schemas.microsoft.com/office/drawing/2014/chart" uri="{C3380CC4-5D6E-409C-BE32-E72D297353CC}">
                    <c16:uniqueId val="{00000001-4E55-4042-8CA3-A9723C6A4553}"/>
                  </c:ext>
                </c:extLst>
              </c15:ser>
            </c15:filteredLineSeries>
          </c:ext>
        </c:extLst>
      </c:lineChart>
      <c:catAx>
        <c:axId val="20307209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User</a:t>
                </a:r>
                <a:r>
                  <a:rPr lang="en-US" baseline="0" dirty="0"/>
                  <a:t> id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3152560"/>
        <c:crosses val="autoZero"/>
        <c:auto val="1"/>
        <c:lblAlgn val="ctr"/>
        <c:lblOffset val="100"/>
        <c:noMultiLvlLbl val="0"/>
      </c:catAx>
      <c:valAx>
        <c:axId val="2831525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Number</a:t>
                </a:r>
                <a:r>
                  <a:rPr lang="en-US" baseline="0" dirty="0"/>
                  <a:t> of comments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0720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followers!$A$1</c:f>
              <c:strCache>
                <c:ptCount val="1"/>
                <c:pt idx="0">
                  <c:v>number_of_followers</c:v>
                </c:pt>
              </c:strCache>
            </c:strRef>
          </c:tx>
          <c:spPr>
            <a:ln w="28575" cap="rnd">
              <a:solidFill>
                <a:schemeClr val="accent1"/>
              </a:solidFill>
              <a:round/>
            </a:ln>
            <a:effectLst/>
          </c:spPr>
          <c:marker>
            <c:symbol val="none"/>
          </c:marker>
          <c:cat>
            <c:numRef>
              <c:f>followers!$B$2:$B$101</c:f>
              <c:numCache>
                <c:formatCode>General</c:formatCode>
                <c:ptCount val="100"/>
                <c:pt idx="0">
                  <c:v>1</c:v>
                </c:pt>
                <c:pt idx="1">
                  <c:v>7</c:v>
                </c:pt>
                <c:pt idx="2">
                  <c:v>23</c:v>
                </c:pt>
                <c:pt idx="3">
                  <c:v>25</c:v>
                </c:pt>
                <c:pt idx="4">
                  <c:v>29</c:v>
                </c:pt>
                <c:pt idx="5">
                  <c:v>34</c:v>
                </c:pt>
                <c:pt idx="6">
                  <c:v>45</c:v>
                </c:pt>
                <c:pt idx="7">
                  <c:v>49</c:v>
                </c:pt>
                <c:pt idx="8">
                  <c:v>51</c:v>
                </c:pt>
                <c:pt idx="9">
                  <c:v>53</c:v>
                </c:pt>
                <c:pt idx="10">
                  <c:v>58</c:v>
                </c:pt>
                <c:pt idx="11">
                  <c:v>59</c:v>
                </c:pt>
                <c:pt idx="12">
                  <c:v>64</c:v>
                </c:pt>
                <c:pt idx="13">
                  <c:v>68</c:v>
                </c:pt>
                <c:pt idx="14">
                  <c:v>74</c:v>
                </c:pt>
                <c:pt idx="15">
                  <c:v>77</c:v>
                </c:pt>
                <c:pt idx="16">
                  <c:v>80</c:v>
                </c:pt>
                <c:pt idx="17">
                  <c:v>81</c:v>
                </c:pt>
                <c:pt idx="18">
                  <c:v>83</c:v>
                </c:pt>
                <c:pt idx="19">
                  <c:v>86</c:v>
                </c:pt>
                <c:pt idx="20">
                  <c:v>88</c:v>
                </c:pt>
                <c:pt idx="21">
                  <c:v>89</c:v>
                </c:pt>
                <c:pt idx="22">
                  <c:v>90</c:v>
                </c:pt>
                <c:pt idx="23">
                  <c:v>2</c:v>
                </c:pt>
                <c:pt idx="24">
                  <c:v>3</c:v>
                </c:pt>
                <c:pt idx="25">
                  <c:v>4</c:v>
                </c:pt>
                <c:pt idx="26">
                  <c:v>5</c:v>
                </c:pt>
                <c:pt idx="27">
                  <c:v>6</c:v>
                </c:pt>
                <c:pt idx="28">
                  <c:v>8</c:v>
                </c:pt>
                <c:pt idx="29">
                  <c:v>9</c:v>
                </c:pt>
                <c:pt idx="30">
                  <c:v>10</c:v>
                </c:pt>
                <c:pt idx="31">
                  <c:v>11</c:v>
                </c:pt>
                <c:pt idx="32">
                  <c:v>12</c:v>
                </c:pt>
                <c:pt idx="33">
                  <c:v>13</c:v>
                </c:pt>
                <c:pt idx="34">
                  <c:v>14</c:v>
                </c:pt>
                <c:pt idx="35">
                  <c:v>15</c:v>
                </c:pt>
                <c:pt idx="36">
                  <c:v>16</c:v>
                </c:pt>
                <c:pt idx="37">
                  <c:v>17</c:v>
                </c:pt>
                <c:pt idx="38">
                  <c:v>18</c:v>
                </c:pt>
                <c:pt idx="39">
                  <c:v>19</c:v>
                </c:pt>
                <c:pt idx="40">
                  <c:v>20</c:v>
                </c:pt>
                <c:pt idx="41">
                  <c:v>21</c:v>
                </c:pt>
                <c:pt idx="42">
                  <c:v>22</c:v>
                </c:pt>
                <c:pt idx="43">
                  <c:v>24</c:v>
                </c:pt>
                <c:pt idx="44">
                  <c:v>26</c:v>
                </c:pt>
                <c:pt idx="45">
                  <c:v>27</c:v>
                </c:pt>
                <c:pt idx="46">
                  <c:v>28</c:v>
                </c:pt>
                <c:pt idx="47">
                  <c:v>30</c:v>
                </c:pt>
                <c:pt idx="48">
                  <c:v>31</c:v>
                </c:pt>
                <c:pt idx="49">
                  <c:v>32</c:v>
                </c:pt>
                <c:pt idx="50">
                  <c:v>33</c:v>
                </c:pt>
                <c:pt idx="51">
                  <c:v>35</c:v>
                </c:pt>
                <c:pt idx="52">
                  <c:v>36</c:v>
                </c:pt>
                <c:pt idx="53">
                  <c:v>37</c:v>
                </c:pt>
                <c:pt idx="54">
                  <c:v>38</c:v>
                </c:pt>
                <c:pt idx="55">
                  <c:v>39</c:v>
                </c:pt>
                <c:pt idx="56">
                  <c:v>40</c:v>
                </c:pt>
                <c:pt idx="57">
                  <c:v>41</c:v>
                </c:pt>
                <c:pt idx="58">
                  <c:v>42</c:v>
                </c:pt>
                <c:pt idx="59">
                  <c:v>43</c:v>
                </c:pt>
                <c:pt idx="60">
                  <c:v>44</c:v>
                </c:pt>
                <c:pt idx="61">
                  <c:v>46</c:v>
                </c:pt>
                <c:pt idx="62">
                  <c:v>47</c:v>
                </c:pt>
                <c:pt idx="63">
                  <c:v>48</c:v>
                </c:pt>
                <c:pt idx="64">
                  <c:v>50</c:v>
                </c:pt>
                <c:pt idx="65">
                  <c:v>52</c:v>
                </c:pt>
                <c:pt idx="66">
                  <c:v>54</c:v>
                </c:pt>
                <c:pt idx="67">
                  <c:v>55</c:v>
                </c:pt>
                <c:pt idx="68">
                  <c:v>56</c:v>
                </c:pt>
                <c:pt idx="69">
                  <c:v>57</c:v>
                </c:pt>
                <c:pt idx="70">
                  <c:v>60</c:v>
                </c:pt>
                <c:pt idx="71">
                  <c:v>61</c:v>
                </c:pt>
                <c:pt idx="72">
                  <c:v>62</c:v>
                </c:pt>
                <c:pt idx="73">
                  <c:v>63</c:v>
                </c:pt>
                <c:pt idx="74">
                  <c:v>65</c:v>
                </c:pt>
                <c:pt idx="75">
                  <c:v>66</c:v>
                </c:pt>
                <c:pt idx="76">
                  <c:v>67</c:v>
                </c:pt>
                <c:pt idx="77">
                  <c:v>69</c:v>
                </c:pt>
                <c:pt idx="78">
                  <c:v>70</c:v>
                </c:pt>
                <c:pt idx="79">
                  <c:v>71</c:v>
                </c:pt>
                <c:pt idx="80">
                  <c:v>72</c:v>
                </c:pt>
                <c:pt idx="81">
                  <c:v>73</c:v>
                </c:pt>
                <c:pt idx="82">
                  <c:v>75</c:v>
                </c:pt>
                <c:pt idx="83">
                  <c:v>76</c:v>
                </c:pt>
                <c:pt idx="84">
                  <c:v>78</c:v>
                </c:pt>
                <c:pt idx="85">
                  <c:v>79</c:v>
                </c:pt>
                <c:pt idx="86">
                  <c:v>82</c:v>
                </c:pt>
                <c:pt idx="87">
                  <c:v>84</c:v>
                </c:pt>
                <c:pt idx="88">
                  <c:v>85</c:v>
                </c:pt>
                <c:pt idx="89">
                  <c:v>87</c:v>
                </c:pt>
                <c:pt idx="90">
                  <c:v>91</c:v>
                </c:pt>
                <c:pt idx="91">
                  <c:v>92</c:v>
                </c:pt>
                <c:pt idx="92">
                  <c:v>93</c:v>
                </c:pt>
                <c:pt idx="93">
                  <c:v>94</c:v>
                </c:pt>
                <c:pt idx="94">
                  <c:v>95</c:v>
                </c:pt>
                <c:pt idx="95">
                  <c:v>96</c:v>
                </c:pt>
                <c:pt idx="96">
                  <c:v>97</c:v>
                </c:pt>
                <c:pt idx="97">
                  <c:v>98</c:v>
                </c:pt>
                <c:pt idx="98">
                  <c:v>99</c:v>
                </c:pt>
                <c:pt idx="99">
                  <c:v>100</c:v>
                </c:pt>
              </c:numCache>
            </c:numRef>
          </c:cat>
          <c:val>
            <c:numRef>
              <c:f>followers!$A$2:$A$101</c:f>
              <c:numCache>
                <c:formatCode>General</c:formatCode>
                <c:ptCount val="100"/>
                <c:pt idx="0">
                  <c:v>77</c:v>
                </c:pt>
                <c:pt idx="1">
                  <c:v>77</c:v>
                </c:pt>
                <c:pt idx="2">
                  <c:v>77</c:v>
                </c:pt>
                <c:pt idx="3">
                  <c:v>77</c:v>
                </c:pt>
                <c:pt idx="4">
                  <c:v>77</c:v>
                </c:pt>
                <c:pt idx="5">
                  <c:v>77</c:v>
                </c:pt>
                <c:pt idx="6">
                  <c:v>77</c:v>
                </c:pt>
                <c:pt idx="7">
                  <c:v>77</c:v>
                </c:pt>
                <c:pt idx="8">
                  <c:v>77</c:v>
                </c:pt>
                <c:pt idx="9">
                  <c:v>77</c:v>
                </c:pt>
                <c:pt idx="10">
                  <c:v>77</c:v>
                </c:pt>
                <c:pt idx="11">
                  <c:v>77</c:v>
                </c:pt>
                <c:pt idx="12">
                  <c:v>77</c:v>
                </c:pt>
                <c:pt idx="13">
                  <c:v>77</c:v>
                </c:pt>
                <c:pt idx="14">
                  <c:v>77</c:v>
                </c:pt>
                <c:pt idx="15">
                  <c:v>77</c:v>
                </c:pt>
                <c:pt idx="16">
                  <c:v>77</c:v>
                </c:pt>
                <c:pt idx="17">
                  <c:v>77</c:v>
                </c:pt>
                <c:pt idx="18">
                  <c:v>77</c:v>
                </c:pt>
                <c:pt idx="19">
                  <c:v>77</c:v>
                </c:pt>
                <c:pt idx="20">
                  <c:v>77</c:v>
                </c:pt>
                <c:pt idx="21">
                  <c:v>77</c:v>
                </c:pt>
                <c:pt idx="22">
                  <c:v>77</c:v>
                </c:pt>
                <c:pt idx="23">
                  <c:v>76</c:v>
                </c:pt>
                <c:pt idx="24">
                  <c:v>76</c:v>
                </c:pt>
                <c:pt idx="25">
                  <c:v>76</c:v>
                </c:pt>
                <c:pt idx="26">
                  <c:v>76</c:v>
                </c:pt>
                <c:pt idx="27">
                  <c:v>76</c:v>
                </c:pt>
                <c:pt idx="28">
                  <c:v>76</c:v>
                </c:pt>
                <c:pt idx="29">
                  <c:v>76</c:v>
                </c:pt>
                <c:pt idx="30">
                  <c:v>76</c:v>
                </c:pt>
                <c:pt idx="31">
                  <c:v>76</c:v>
                </c:pt>
                <c:pt idx="32">
                  <c:v>76</c:v>
                </c:pt>
                <c:pt idx="33">
                  <c:v>76</c:v>
                </c:pt>
                <c:pt idx="34">
                  <c:v>76</c:v>
                </c:pt>
                <c:pt idx="35">
                  <c:v>76</c:v>
                </c:pt>
                <c:pt idx="36">
                  <c:v>76</c:v>
                </c:pt>
                <c:pt idx="37">
                  <c:v>76</c:v>
                </c:pt>
                <c:pt idx="38">
                  <c:v>76</c:v>
                </c:pt>
                <c:pt idx="39">
                  <c:v>76</c:v>
                </c:pt>
                <c:pt idx="40">
                  <c:v>76</c:v>
                </c:pt>
                <c:pt idx="41">
                  <c:v>76</c:v>
                </c:pt>
                <c:pt idx="42">
                  <c:v>76</c:v>
                </c:pt>
                <c:pt idx="43">
                  <c:v>76</c:v>
                </c:pt>
                <c:pt idx="44">
                  <c:v>76</c:v>
                </c:pt>
                <c:pt idx="45">
                  <c:v>76</c:v>
                </c:pt>
                <c:pt idx="46">
                  <c:v>76</c:v>
                </c:pt>
                <c:pt idx="47">
                  <c:v>76</c:v>
                </c:pt>
                <c:pt idx="48">
                  <c:v>76</c:v>
                </c:pt>
                <c:pt idx="49">
                  <c:v>76</c:v>
                </c:pt>
                <c:pt idx="50">
                  <c:v>76</c:v>
                </c:pt>
                <c:pt idx="51">
                  <c:v>76</c:v>
                </c:pt>
                <c:pt idx="52">
                  <c:v>76</c:v>
                </c:pt>
                <c:pt idx="53">
                  <c:v>76</c:v>
                </c:pt>
                <c:pt idx="54">
                  <c:v>76</c:v>
                </c:pt>
                <c:pt idx="55">
                  <c:v>76</c:v>
                </c:pt>
                <c:pt idx="56">
                  <c:v>76</c:v>
                </c:pt>
                <c:pt idx="57">
                  <c:v>76</c:v>
                </c:pt>
                <c:pt idx="58">
                  <c:v>76</c:v>
                </c:pt>
                <c:pt idx="59">
                  <c:v>76</c:v>
                </c:pt>
                <c:pt idx="60">
                  <c:v>76</c:v>
                </c:pt>
                <c:pt idx="61">
                  <c:v>76</c:v>
                </c:pt>
                <c:pt idx="62">
                  <c:v>76</c:v>
                </c:pt>
                <c:pt idx="63">
                  <c:v>76</c:v>
                </c:pt>
                <c:pt idx="64">
                  <c:v>76</c:v>
                </c:pt>
                <c:pt idx="65">
                  <c:v>76</c:v>
                </c:pt>
                <c:pt idx="66">
                  <c:v>76</c:v>
                </c:pt>
                <c:pt idx="67">
                  <c:v>76</c:v>
                </c:pt>
                <c:pt idx="68">
                  <c:v>76</c:v>
                </c:pt>
                <c:pt idx="69">
                  <c:v>76</c:v>
                </c:pt>
                <c:pt idx="70">
                  <c:v>76</c:v>
                </c:pt>
                <c:pt idx="71">
                  <c:v>76</c:v>
                </c:pt>
                <c:pt idx="72">
                  <c:v>76</c:v>
                </c:pt>
                <c:pt idx="73">
                  <c:v>76</c:v>
                </c:pt>
                <c:pt idx="74">
                  <c:v>76</c:v>
                </c:pt>
                <c:pt idx="75">
                  <c:v>76</c:v>
                </c:pt>
                <c:pt idx="76">
                  <c:v>76</c:v>
                </c:pt>
                <c:pt idx="77">
                  <c:v>76</c:v>
                </c:pt>
                <c:pt idx="78">
                  <c:v>76</c:v>
                </c:pt>
                <c:pt idx="79">
                  <c:v>76</c:v>
                </c:pt>
                <c:pt idx="80">
                  <c:v>76</c:v>
                </c:pt>
                <c:pt idx="81">
                  <c:v>76</c:v>
                </c:pt>
                <c:pt idx="82">
                  <c:v>76</c:v>
                </c:pt>
                <c:pt idx="83">
                  <c:v>76</c:v>
                </c:pt>
                <c:pt idx="84">
                  <c:v>76</c:v>
                </c:pt>
                <c:pt idx="85">
                  <c:v>76</c:v>
                </c:pt>
                <c:pt idx="86">
                  <c:v>76</c:v>
                </c:pt>
                <c:pt idx="87">
                  <c:v>76</c:v>
                </c:pt>
                <c:pt idx="88">
                  <c:v>76</c:v>
                </c:pt>
                <c:pt idx="89">
                  <c:v>76</c:v>
                </c:pt>
                <c:pt idx="90">
                  <c:v>76</c:v>
                </c:pt>
                <c:pt idx="91">
                  <c:v>76</c:v>
                </c:pt>
                <c:pt idx="92">
                  <c:v>76</c:v>
                </c:pt>
                <c:pt idx="93">
                  <c:v>76</c:v>
                </c:pt>
                <c:pt idx="94">
                  <c:v>76</c:v>
                </c:pt>
                <c:pt idx="95">
                  <c:v>76</c:v>
                </c:pt>
                <c:pt idx="96">
                  <c:v>76</c:v>
                </c:pt>
                <c:pt idx="97">
                  <c:v>76</c:v>
                </c:pt>
                <c:pt idx="98">
                  <c:v>76</c:v>
                </c:pt>
                <c:pt idx="99">
                  <c:v>76</c:v>
                </c:pt>
              </c:numCache>
            </c:numRef>
          </c:val>
          <c:smooth val="0"/>
          <c:extLst>
            <c:ext xmlns:c16="http://schemas.microsoft.com/office/drawing/2014/chart" uri="{C3380CC4-5D6E-409C-BE32-E72D297353CC}">
              <c16:uniqueId val="{00000000-56B7-4B19-A68F-B561A17DDAD5}"/>
            </c:ext>
          </c:extLst>
        </c:ser>
        <c:dLbls>
          <c:showLegendKey val="0"/>
          <c:showVal val="0"/>
          <c:showCatName val="0"/>
          <c:showSerName val="0"/>
          <c:showPercent val="0"/>
          <c:showBubbleSize val="0"/>
        </c:dLbls>
        <c:smooth val="0"/>
        <c:axId val="1640886687"/>
        <c:axId val="1648107071"/>
        <c:extLst>
          <c:ext xmlns:c15="http://schemas.microsoft.com/office/drawing/2012/chart" uri="{02D57815-91ED-43cb-92C2-25804820EDAC}">
            <c15:filteredLineSeries>
              <c15:ser>
                <c:idx val="1"/>
                <c:order val="1"/>
                <c:tx>
                  <c:strRef>
                    <c:extLst>
                      <c:ext uri="{02D57815-91ED-43cb-92C2-25804820EDAC}">
                        <c15:formulaRef>
                          <c15:sqref>followers!$B$1</c15:sqref>
                        </c15:formulaRef>
                      </c:ext>
                    </c:extLst>
                    <c:strCache>
                      <c:ptCount val="1"/>
                      <c:pt idx="0">
                        <c:v>followee_id</c:v>
                      </c:pt>
                    </c:strCache>
                  </c:strRef>
                </c:tx>
                <c:spPr>
                  <a:ln w="28575" cap="rnd">
                    <a:solidFill>
                      <a:schemeClr val="accent2"/>
                    </a:solidFill>
                    <a:round/>
                  </a:ln>
                  <a:effectLst/>
                </c:spPr>
                <c:marker>
                  <c:symbol val="none"/>
                </c:marker>
                <c:cat>
                  <c:numRef>
                    <c:extLst>
                      <c:ext uri="{02D57815-91ED-43cb-92C2-25804820EDAC}">
                        <c15:formulaRef>
                          <c15:sqref>followers!$B$2:$B$101</c15:sqref>
                        </c15:formulaRef>
                      </c:ext>
                    </c:extLst>
                    <c:numCache>
                      <c:formatCode>General</c:formatCode>
                      <c:ptCount val="100"/>
                      <c:pt idx="0">
                        <c:v>1</c:v>
                      </c:pt>
                      <c:pt idx="1">
                        <c:v>7</c:v>
                      </c:pt>
                      <c:pt idx="2">
                        <c:v>23</c:v>
                      </c:pt>
                      <c:pt idx="3">
                        <c:v>25</c:v>
                      </c:pt>
                      <c:pt idx="4">
                        <c:v>29</c:v>
                      </c:pt>
                      <c:pt idx="5">
                        <c:v>34</c:v>
                      </c:pt>
                      <c:pt idx="6">
                        <c:v>45</c:v>
                      </c:pt>
                      <c:pt idx="7">
                        <c:v>49</c:v>
                      </c:pt>
                      <c:pt idx="8">
                        <c:v>51</c:v>
                      </c:pt>
                      <c:pt idx="9">
                        <c:v>53</c:v>
                      </c:pt>
                      <c:pt idx="10">
                        <c:v>58</c:v>
                      </c:pt>
                      <c:pt idx="11">
                        <c:v>59</c:v>
                      </c:pt>
                      <c:pt idx="12">
                        <c:v>64</c:v>
                      </c:pt>
                      <c:pt idx="13">
                        <c:v>68</c:v>
                      </c:pt>
                      <c:pt idx="14">
                        <c:v>74</c:v>
                      </c:pt>
                      <c:pt idx="15">
                        <c:v>77</c:v>
                      </c:pt>
                      <c:pt idx="16">
                        <c:v>80</c:v>
                      </c:pt>
                      <c:pt idx="17">
                        <c:v>81</c:v>
                      </c:pt>
                      <c:pt idx="18">
                        <c:v>83</c:v>
                      </c:pt>
                      <c:pt idx="19">
                        <c:v>86</c:v>
                      </c:pt>
                      <c:pt idx="20">
                        <c:v>88</c:v>
                      </c:pt>
                      <c:pt idx="21">
                        <c:v>89</c:v>
                      </c:pt>
                      <c:pt idx="22">
                        <c:v>90</c:v>
                      </c:pt>
                      <c:pt idx="23">
                        <c:v>2</c:v>
                      </c:pt>
                      <c:pt idx="24">
                        <c:v>3</c:v>
                      </c:pt>
                      <c:pt idx="25">
                        <c:v>4</c:v>
                      </c:pt>
                      <c:pt idx="26">
                        <c:v>5</c:v>
                      </c:pt>
                      <c:pt idx="27">
                        <c:v>6</c:v>
                      </c:pt>
                      <c:pt idx="28">
                        <c:v>8</c:v>
                      </c:pt>
                      <c:pt idx="29">
                        <c:v>9</c:v>
                      </c:pt>
                      <c:pt idx="30">
                        <c:v>10</c:v>
                      </c:pt>
                      <c:pt idx="31">
                        <c:v>11</c:v>
                      </c:pt>
                      <c:pt idx="32">
                        <c:v>12</c:v>
                      </c:pt>
                      <c:pt idx="33">
                        <c:v>13</c:v>
                      </c:pt>
                      <c:pt idx="34">
                        <c:v>14</c:v>
                      </c:pt>
                      <c:pt idx="35">
                        <c:v>15</c:v>
                      </c:pt>
                      <c:pt idx="36">
                        <c:v>16</c:v>
                      </c:pt>
                      <c:pt idx="37">
                        <c:v>17</c:v>
                      </c:pt>
                      <c:pt idx="38">
                        <c:v>18</c:v>
                      </c:pt>
                      <c:pt idx="39">
                        <c:v>19</c:v>
                      </c:pt>
                      <c:pt idx="40">
                        <c:v>20</c:v>
                      </c:pt>
                      <c:pt idx="41">
                        <c:v>21</c:v>
                      </c:pt>
                      <c:pt idx="42">
                        <c:v>22</c:v>
                      </c:pt>
                      <c:pt idx="43">
                        <c:v>24</c:v>
                      </c:pt>
                      <c:pt idx="44">
                        <c:v>26</c:v>
                      </c:pt>
                      <c:pt idx="45">
                        <c:v>27</c:v>
                      </c:pt>
                      <c:pt idx="46">
                        <c:v>28</c:v>
                      </c:pt>
                      <c:pt idx="47">
                        <c:v>30</c:v>
                      </c:pt>
                      <c:pt idx="48">
                        <c:v>31</c:v>
                      </c:pt>
                      <c:pt idx="49">
                        <c:v>32</c:v>
                      </c:pt>
                      <c:pt idx="50">
                        <c:v>33</c:v>
                      </c:pt>
                      <c:pt idx="51">
                        <c:v>35</c:v>
                      </c:pt>
                      <c:pt idx="52">
                        <c:v>36</c:v>
                      </c:pt>
                      <c:pt idx="53">
                        <c:v>37</c:v>
                      </c:pt>
                      <c:pt idx="54">
                        <c:v>38</c:v>
                      </c:pt>
                      <c:pt idx="55">
                        <c:v>39</c:v>
                      </c:pt>
                      <c:pt idx="56">
                        <c:v>40</c:v>
                      </c:pt>
                      <c:pt idx="57">
                        <c:v>41</c:v>
                      </c:pt>
                      <c:pt idx="58">
                        <c:v>42</c:v>
                      </c:pt>
                      <c:pt idx="59">
                        <c:v>43</c:v>
                      </c:pt>
                      <c:pt idx="60">
                        <c:v>44</c:v>
                      </c:pt>
                      <c:pt idx="61">
                        <c:v>46</c:v>
                      </c:pt>
                      <c:pt idx="62">
                        <c:v>47</c:v>
                      </c:pt>
                      <c:pt idx="63">
                        <c:v>48</c:v>
                      </c:pt>
                      <c:pt idx="64">
                        <c:v>50</c:v>
                      </c:pt>
                      <c:pt idx="65">
                        <c:v>52</c:v>
                      </c:pt>
                      <c:pt idx="66">
                        <c:v>54</c:v>
                      </c:pt>
                      <c:pt idx="67">
                        <c:v>55</c:v>
                      </c:pt>
                      <c:pt idx="68">
                        <c:v>56</c:v>
                      </c:pt>
                      <c:pt idx="69">
                        <c:v>57</c:v>
                      </c:pt>
                      <c:pt idx="70">
                        <c:v>60</c:v>
                      </c:pt>
                      <c:pt idx="71">
                        <c:v>61</c:v>
                      </c:pt>
                      <c:pt idx="72">
                        <c:v>62</c:v>
                      </c:pt>
                      <c:pt idx="73">
                        <c:v>63</c:v>
                      </c:pt>
                      <c:pt idx="74">
                        <c:v>65</c:v>
                      </c:pt>
                      <c:pt idx="75">
                        <c:v>66</c:v>
                      </c:pt>
                      <c:pt idx="76">
                        <c:v>67</c:v>
                      </c:pt>
                      <c:pt idx="77">
                        <c:v>69</c:v>
                      </c:pt>
                      <c:pt idx="78">
                        <c:v>70</c:v>
                      </c:pt>
                      <c:pt idx="79">
                        <c:v>71</c:v>
                      </c:pt>
                      <c:pt idx="80">
                        <c:v>72</c:v>
                      </c:pt>
                      <c:pt idx="81">
                        <c:v>73</c:v>
                      </c:pt>
                      <c:pt idx="82">
                        <c:v>75</c:v>
                      </c:pt>
                      <c:pt idx="83">
                        <c:v>76</c:v>
                      </c:pt>
                      <c:pt idx="84">
                        <c:v>78</c:v>
                      </c:pt>
                      <c:pt idx="85">
                        <c:v>79</c:v>
                      </c:pt>
                      <c:pt idx="86">
                        <c:v>82</c:v>
                      </c:pt>
                      <c:pt idx="87">
                        <c:v>84</c:v>
                      </c:pt>
                      <c:pt idx="88">
                        <c:v>85</c:v>
                      </c:pt>
                      <c:pt idx="89">
                        <c:v>87</c:v>
                      </c:pt>
                      <c:pt idx="90">
                        <c:v>91</c:v>
                      </c:pt>
                      <c:pt idx="91">
                        <c:v>92</c:v>
                      </c:pt>
                      <c:pt idx="92">
                        <c:v>93</c:v>
                      </c:pt>
                      <c:pt idx="93">
                        <c:v>94</c:v>
                      </c:pt>
                      <c:pt idx="94">
                        <c:v>95</c:v>
                      </c:pt>
                      <c:pt idx="95">
                        <c:v>96</c:v>
                      </c:pt>
                      <c:pt idx="96">
                        <c:v>97</c:v>
                      </c:pt>
                      <c:pt idx="97">
                        <c:v>98</c:v>
                      </c:pt>
                      <c:pt idx="98">
                        <c:v>99</c:v>
                      </c:pt>
                      <c:pt idx="99">
                        <c:v>100</c:v>
                      </c:pt>
                    </c:numCache>
                  </c:numRef>
                </c:cat>
                <c:val>
                  <c:numRef>
                    <c:extLst>
                      <c:ext uri="{02D57815-91ED-43cb-92C2-25804820EDAC}">
                        <c15:formulaRef>
                          <c15:sqref>followers!$B$2:$B$101</c15:sqref>
                        </c15:formulaRef>
                      </c:ext>
                    </c:extLst>
                    <c:numCache>
                      <c:formatCode>General</c:formatCode>
                      <c:ptCount val="100"/>
                      <c:pt idx="0">
                        <c:v>1</c:v>
                      </c:pt>
                      <c:pt idx="1">
                        <c:v>7</c:v>
                      </c:pt>
                      <c:pt idx="2">
                        <c:v>23</c:v>
                      </c:pt>
                      <c:pt idx="3">
                        <c:v>25</c:v>
                      </c:pt>
                      <c:pt idx="4">
                        <c:v>29</c:v>
                      </c:pt>
                      <c:pt idx="5">
                        <c:v>34</c:v>
                      </c:pt>
                      <c:pt idx="6">
                        <c:v>45</c:v>
                      </c:pt>
                      <c:pt idx="7">
                        <c:v>49</c:v>
                      </c:pt>
                      <c:pt idx="8">
                        <c:v>51</c:v>
                      </c:pt>
                      <c:pt idx="9">
                        <c:v>53</c:v>
                      </c:pt>
                      <c:pt idx="10">
                        <c:v>58</c:v>
                      </c:pt>
                      <c:pt idx="11">
                        <c:v>59</c:v>
                      </c:pt>
                      <c:pt idx="12">
                        <c:v>64</c:v>
                      </c:pt>
                      <c:pt idx="13">
                        <c:v>68</c:v>
                      </c:pt>
                      <c:pt idx="14">
                        <c:v>74</c:v>
                      </c:pt>
                      <c:pt idx="15">
                        <c:v>77</c:v>
                      </c:pt>
                      <c:pt idx="16">
                        <c:v>80</c:v>
                      </c:pt>
                      <c:pt idx="17">
                        <c:v>81</c:v>
                      </c:pt>
                      <c:pt idx="18">
                        <c:v>83</c:v>
                      </c:pt>
                      <c:pt idx="19">
                        <c:v>86</c:v>
                      </c:pt>
                      <c:pt idx="20">
                        <c:v>88</c:v>
                      </c:pt>
                      <c:pt idx="21">
                        <c:v>89</c:v>
                      </c:pt>
                      <c:pt idx="22">
                        <c:v>90</c:v>
                      </c:pt>
                      <c:pt idx="23">
                        <c:v>2</c:v>
                      </c:pt>
                      <c:pt idx="24">
                        <c:v>3</c:v>
                      </c:pt>
                      <c:pt idx="25">
                        <c:v>4</c:v>
                      </c:pt>
                      <c:pt idx="26">
                        <c:v>5</c:v>
                      </c:pt>
                      <c:pt idx="27">
                        <c:v>6</c:v>
                      </c:pt>
                      <c:pt idx="28">
                        <c:v>8</c:v>
                      </c:pt>
                      <c:pt idx="29">
                        <c:v>9</c:v>
                      </c:pt>
                      <c:pt idx="30">
                        <c:v>10</c:v>
                      </c:pt>
                      <c:pt idx="31">
                        <c:v>11</c:v>
                      </c:pt>
                      <c:pt idx="32">
                        <c:v>12</c:v>
                      </c:pt>
                      <c:pt idx="33">
                        <c:v>13</c:v>
                      </c:pt>
                      <c:pt idx="34">
                        <c:v>14</c:v>
                      </c:pt>
                      <c:pt idx="35">
                        <c:v>15</c:v>
                      </c:pt>
                      <c:pt idx="36">
                        <c:v>16</c:v>
                      </c:pt>
                      <c:pt idx="37">
                        <c:v>17</c:v>
                      </c:pt>
                      <c:pt idx="38">
                        <c:v>18</c:v>
                      </c:pt>
                      <c:pt idx="39">
                        <c:v>19</c:v>
                      </c:pt>
                      <c:pt idx="40">
                        <c:v>20</c:v>
                      </c:pt>
                      <c:pt idx="41">
                        <c:v>21</c:v>
                      </c:pt>
                      <c:pt idx="42">
                        <c:v>22</c:v>
                      </c:pt>
                      <c:pt idx="43">
                        <c:v>24</c:v>
                      </c:pt>
                      <c:pt idx="44">
                        <c:v>26</c:v>
                      </c:pt>
                      <c:pt idx="45">
                        <c:v>27</c:v>
                      </c:pt>
                      <c:pt idx="46">
                        <c:v>28</c:v>
                      </c:pt>
                      <c:pt idx="47">
                        <c:v>30</c:v>
                      </c:pt>
                      <c:pt idx="48">
                        <c:v>31</c:v>
                      </c:pt>
                      <c:pt idx="49">
                        <c:v>32</c:v>
                      </c:pt>
                      <c:pt idx="50">
                        <c:v>33</c:v>
                      </c:pt>
                      <c:pt idx="51">
                        <c:v>35</c:v>
                      </c:pt>
                      <c:pt idx="52">
                        <c:v>36</c:v>
                      </c:pt>
                      <c:pt idx="53">
                        <c:v>37</c:v>
                      </c:pt>
                      <c:pt idx="54">
                        <c:v>38</c:v>
                      </c:pt>
                      <c:pt idx="55">
                        <c:v>39</c:v>
                      </c:pt>
                      <c:pt idx="56">
                        <c:v>40</c:v>
                      </c:pt>
                      <c:pt idx="57">
                        <c:v>41</c:v>
                      </c:pt>
                      <c:pt idx="58">
                        <c:v>42</c:v>
                      </c:pt>
                      <c:pt idx="59">
                        <c:v>43</c:v>
                      </c:pt>
                      <c:pt idx="60">
                        <c:v>44</c:v>
                      </c:pt>
                      <c:pt idx="61">
                        <c:v>46</c:v>
                      </c:pt>
                      <c:pt idx="62">
                        <c:v>47</c:v>
                      </c:pt>
                      <c:pt idx="63">
                        <c:v>48</c:v>
                      </c:pt>
                      <c:pt idx="64">
                        <c:v>50</c:v>
                      </c:pt>
                      <c:pt idx="65">
                        <c:v>52</c:v>
                      </c:pt>
                      <c:pt idx="66">
                        <c:v>54</c:v>
                      </c:pt>
                      <c:pt idx="67">
                        <c:v>55</c:v>
                      </c:pt>
                      <c:pt idx="68">
                        <c:v>56</c:v>
                      </c:pt>
                      <c:pt idx="69">
                        <c:v>57</c:v>
                      </c:pt>
                      <c:pt idx="70">
                        <c:v>60</c:v>
                      </c:pt>
                      <c:pt idx="71">
                        <c:v>61</c:v>
                      </c:pt>
                      <c:pt idx="72">
                        <c:v>62</c:v>
                      </c:pt>
                      <c:pt idx="73">
                        <c:v>63</c:v>
                      </c:pt>
                      <c:pt idx="74">
                        <c:v>65</c:v>
                      </c:pt>
                      <c:pt idx="75">
                        <c:v>66</c:v>
                      </c:pt>
                      <c:pt idx="76">
                        <c:v>67</c:v>
                      </c:pt>
                      <c:pt idx="77">
                        <c:v>69</c:v>
                      </c:pt>
                      <c:pt idx="78">
                        <c:v>70</c:v>
                      </c:pt>
                      <c:pt idx="79">
                        <c:v>71</c:v>
                      </c:pt>
                      <c:pt idx="80">
                        <c:v>72</c:v>
                      </c:pt>
                      <c:pt idx="81">
                        <c:v>73</c:v>
                      </c:pt>
                      <c:pt idx="82">
                        <c:v>75</c:v>
                      </c:pt>
                      <c:pt idx="83">
                        <c:v>76</c:v>
                      </c:pt>
                      <c:pt idx="84">
                        <c:v>78</c:v>
                      </c:pt>
                      <c:pt idx="85">
                        <c:v>79</c:v>
                      </c:pt>
                      <c:pt idx="86">
                        <c:v>82</c:v>
                      </c:pt>
                      <c:pt idx="87">
                        <c:v>84</c:v>
                      </c:pt>
                      <c:pt idx="88">
                        <c:v>85</c:v>
                      </c:pt>
                      <c:pt idx="89">
                        <c:v>87</c:v>
                      </c:pt>
                      <c:pt idx="90">
                        <c:v>91</c:v>
                      </c:pt>
                      <c:pt idx="91">
                        <c:v>92</c:v>
                      </c:pt>
                      <c:pt idx="92">
                        <c:v>93</c:v>
                      </c:pt>
                      <c:pt idx="93">
                        <c:v>94</c:v>
                      </c:pt>
                      <c:pt idx="94">
                        <c:v>95</c:v>
                      </c:pt>
                      <c:pt idx="95">
                        <c:v>96</c:v>
                      </c:pt>
                      <c:pt idx="96">
                        <c:v>97</c:v>
                      </c:pt>
                      <c:pt idx="97">
                        <c:v>98</c:v>
                      </c:pt>
                      <c:pt idx="98">
                        <c:v>99</c:v>
                      </c:pt>
                      <c:pt idx="99">
                        <c:v>100</c:v>
                      </c:pt>
                    </c:numCache>
                  </c:numRef>
                </c:val>
                <c:smooth val="0"/>
                <c:extLst>
                  <c:ext xmlns:c16="http://schemas.microsoft.com/office/drawing/2014/chart" uri="{C3380CC4-5D6E-409C-BE32-E72D297353CC}">
                    <c16:uniqueId val="{00000001-56B7-4B19-A68F-B561A17DDAD5}"/>
                  </c:ext>
                </c:extLst>
              </c15:ser>
            </c15:filteredLineSeries>
          </c:ext>
        </c:extLst>
      </c:lineChart>
      <c:catAx>
        <c:axId val="16408866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Followee</a:t>
                </a:r>
                <a:r>
                  <a:rPr lang="en-US" baseline="0"/>
                  <a:t> id</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48107071"/>
        <c:crosses val="autoZero"/>
        <c:auto val="1"/>
        <c:lblAlgn val="ctr"/>
        <c:lblOffset val="100"/>
        <c:noMultiLvlLbl val="0"/>
      </c:catAx>
      <c:valAx>
        <c:axId val="16481070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a:t>
                </a:r>
                <a:r>
                  <a:rPr lang="en-US" baseline="0"/>
                  <a:t> of followers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40886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[users.csv]Sheet1!PivotTable1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User</a:t>
            </a:r>
            <a:r>
              <a:rPr lang="en-US" baseline="0" dirty="0"/>
              <a:t> Registration</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Sheet1!$B$3</c:f>
              <c:strCache>
                <c:ptCount val="1"/>
                <c:pt idx="0">
                  <c:v>Total</c:v>
                </c:pt>
              </c:strCache>
            </c:strRef>
          </c:tx>
          <c:spPr>
            <a:solidFill>
              <a:schemeClr val="accent1"/>
            </a:solidFill>
            <a:ln>
              <a:noFill/>
            </a:ln>
            <a:effectLst/>
          </c:spPr>
          <c:invertIfNegative val="0"/>
          <c:cat>
            <c:multiLvlStrRef>
              <c:f>Sheet1!$A$4:$A$19</c:f>
              <c:multiLvlStrCache>
                <c:ptCount val="13"/>
                <c:lvl>
                  <c:pt idx="0">
                    <c:v>May</c:v>
                  </c:pt>
                  <c:pt idx="1">
                    <c:v>Jun</c:v>
                  </c:pt>
                  <c:pt idx="2">
                    <c:v>Jul</c:v>
                  </c:pt>
                  <c:pt idx="3">
                    <c:v>Aug</c:v>
                  </c:pt>
                  <c:pt idx="4">
                    <c:v>Sep</c:v>
                  </c:pt>
                  <c:pt idx="5">
                    <c:v>Oct</c:v>
                  </c:pt>
                  <c:pt idx="6">
                    <c:v>Nov</c:v>
                  </c:pt>
                  <c:pt idx="7">
                    <c:v>Dec</c:v>
                  </c:pt>
                  <c:pt idx="8">
                    <c:v>Jan</c:v>
                  </c:pt>
                  <c:pt idx="9">
                    <c:v>Feb</c:v>
                  </c:pt>
                  <c:pt idx="10">
                    <c:v>Mar</c:v>
                  </c:pt>
                  <c:pt idx="11">
                    <c:v>Apr</c:v>
                  </c:pt>
                  <c:pt idx="12">
                    <c:v>May</c:v>
                  </c:pt>
                </c:lvl>
                <c:lvl>
                  <c:pt idx="0">
                    <c:v>2016</c:v>
                  </c:pt>
                  <c:pt idx="8">
                    <c:v>2017</c:v>
                  </c:pt>
                </c:lvl>
              </c:multiLvlStrCache>
            </c:multiLvlStrRef>
          </c:cat>
          <c:val>
            <c:numRef>
              <c:f>Sheet1!$B$4:$B$19</c:f>
              <c:numCache>
                <c:formatCode>General</c:formatCode>
                <c:ptCount val="13"/>
                <c:pt idx="0">
                  <c:v>8</c:v>
                </c:pt>
                <c:pt idx="1">
                  <c:v>8</c:v>
                </c:pt>
                <c:pt idx="2">
                  <c:v>9</c:v>
                </c:pt>
                <c:pt idx="3">
                  <c:v>11</c:v>
                </c:pt>
                <c:pt idx="4">
                  <c:v>6</c:v>
                </c:pt>
                <c:pt idx="5">
                  <c:v>12</c:v>
                </c:pt>
                <c:pt idx="6">
                  <c:v>4</c:v>
                </c:pt>
                <c:pt idx="7">
                  <c:v>7</c:v>
                </c:pt>
                <c:pt idx="8">
                  <c:v>9</c:v>
                </c:pt>
                <c:pt idx="9">
                  <c:v>10</c:v>
                </c:pt>
                <c:pt idx="10">
                  <c:v>7</c:v>
                </c:pt>
                <c:pt idx="11">
                  <c:v>8</c:v>
                </c:pt>
                <c:pt idx="12">
                  <c:v>1</c:v>
                </c:pt>
              </c:numCache>
            </c:numRef>
          </c:val>
          <c:extLst>
            <c:ext xmlns:c16="http://schemas.microsoft.com/office/drawing/2014/chart" uri="{C3380CC4-5D6E-409C-BE32-E72D297353CC}">
              <c16:uniqueId val="{00000000-A00F-4E4E-A77E-462FED73DFB9}"/>
            </c:ext>
          </c:extLst>
        </c:ser>
        <c:dLbls>
          <c:showLegendKey val="0"/>
          <c:showVal val="0"/>
          <c:showCatName val="0"/>
          <c:showSerName val="0"/>
          <c:showPercent val="0"/>
          <c:showBubbleSize val="0"/>
        </c:dLbls>
        <c:gapWidth val="219"/>
        <c:overlap val="-27"/>
        <c:axId val="686800911"/>
        <c:axId val="686447631"/>
      </c:barChart>
      <c:catAx>
        <c:axId val="686800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6447631"/>
        <c:crosses val="autoZero"/>
        <c:auto val="1"/>
        <c:lblAlgn val="ctr"/>
        <c:lblOffset val="100"/>
        <c:noMultiLvlLbl val="0"/>
      </c:catAx>
      <c:valAx>
        <c:axId val="686447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68009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5183188" y="987425"/>
            <a:ext cx="6172200" cy="4873625"/>
          </a:xfrm>
          <a:prstGeom prst="rect">
            <a:avLst/>
          </a:prstGeom>
          <a:noFill/>
          <a:ln>
            <a:noFill/>
          </a:ln>
        </p:spPr>
      </p:sp>
      <p:sp>
        <p:nvSpPr>
          <p:cNvPr id="64" name="Google Shape;64;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chart" Target="../charts/char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hart" Target="../charts/char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Instagram user analytics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By- Anvi Agarwal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Project overview</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project focuses on analyzing Instagram user activity to generate meaningful insights that can help improve user engagement, retention, and platform growth. By examining various metrics related to user behavior, post interactions, and platform trends, the goal is to identify opportunities for strategic marketing and community-building efforts.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Purpose</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Recognize long-time users and explore ways to reward their loyalty.</a:t>
            </a:r>
            <a:endParaRPr/>
          </a:p>
          <a:p>
            <a:pPr indent="-228600" lvl="0" marL="228600" rtl="0" algn="l">
              <a:lnSpc>
                <a:spcPct val="90000"/>
              </a:lnSpc>
              <a:spcBef>
                <a:spcPts val="1000"/>
              </a:spcBef>
              <a:spcAft>
                <a:spcPts val="0"/>
              </a:spcAft>
              <a:buClr>
                <a:schemeClr val="dk1"/>
              </a:buClr>
              <a:buSzPts val="2800"/>
              <a:buChar char="•"/>
            </a:pPr>
            <a:r>
              <a:rPr lang="en-US"/>
              <a:t>Spot users who have registered but remain inactive, and recommend strategies to encourage their participation.</a:t>
            </a:r>
            <a:endParaRPr/>
          </a:p>
          <a:p>
            <a:pPr indent="-228600" lvl="0" marL="228600" rtl="0" algn="l">
              <a:lnSpc>
                <a:spcPct val="90000"/>
              </a:lnSpc>
              <a:spcBef>
                <a:spcPts val="1000"/>
              </a:spcBef>
              <a:spcAft>
                <a:spcPts val="0"/>
              </a:spcAft>
              <a:buClr>
                <a:schemeClr val="dk1"/>
              </a:buClr>
              <a:buSzPts val="2800"/>
              <a:buChar char="•"/>
            </a:pPr>
            <a:r>
              <a:rPr lang="en-US"/>
              <a:t>Highlight users who receive high engagement (likes and comments) to motivate further contributions.</a:t>
            </a:r>
            <a:endParaRPr/>
          </a:p>
          <a:p>
            <a:pPr indent="-228600" lvl="0" marL="228600" rtl="0" algn="l">
              <a:lnSpc>
                <a:spcPct val="90000"/>
              </a:lnSpc>
              <a:spcBef>
                <a:spcPts val="1000"/>
              </a:spcBef>
              <a:spcAft>
                <a:spcPts val="0"/>
              </a:spcAft>
              <a:buClr>
                <a:schemeClr val="dk1"/>
              </a:buClr>
              <a:buSzPts val="2800"/>
              <a:buChar char="•"/>
            </a:pPr>
            <a:r>
              <a:rPr lang="en-US"/>
              <a:t>Track trending hashtags to enhance platform visibility and interaction.</a:t>
            </a:r>
            <a:endParaRPr/>
          </a:p>
          <a:p>
            <a:pPr indent="-228600" lvl="0" marL="228600" rtl="0" algn="l">
              <a:lnSpc>
                <a:spcPct val="90000"/>
              </a:lnSpc>
              <a:spcBef>
                <a:spcPts val="1000"/>
              </a:spcBef>
              <a:spcAft>
                <a:spcPts val="0"/>
              </a:spcAft>
              <a:buClr>
                <a:schemeClr val="dk1"/>
              </a:buClr>
              <a:buSzPts val="2800"/>
              <a:buChar char="•"/>
            </a:pPr>
            <a:r>
              <a:rPr lang="en-US"/>
              <a:t>Identify peak days for user sign-ups to better schedule marketing campaigns.</a:t>
            </a:r>
            <a:endParaRPr/>
          </a:p>
          <a:p>
            <a:pPr indent="-228600" lvl="0" marL="228600" rtl="0" algn="l">
              <a:lnSpc>
                <a:spcPct val="90000"/>
              </a:lnSpc>
              <a:spcBef>
                <a:spcPts val="1000"/>
              </a:spcBef>
              <a:spcAft>
                <a:spcPts val="0"/>
              </a:spcAft>
              <a:buClr>
                <a:schemeClr val="dk1"/>
              </a:buClr>
              <a:buSzPts val="2800"/>
              <a:buChar char="•"/>
            </a:pPr>
            <a:r>
              <a:rPr lang="en-US"/>
              <a:t>Evaluate overall user activity in terms of posting and commenting.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Approach</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lang="en-US"/>
              <a:t> </a:t>
            </a:r>
            <a:r>
              <a:rPr b="1" lang="en-US"/>
              <a:t>Data Analysis</a:t>
            </a:r>
            <a:endParaRPr/>
          </a:p>
          <a:p>
            <a:pPr indent="-228600" lvl="0" marL="228600" rtl="0" algn="l">
              <a:lnSpc>
                <a:spcPct val="90000"/>
              </a:lnSpc>
              <a:spcBef>
                <a:spcPts val="1000"/>
              </a:spcBef>
              <a:spcAft>
                <a:spcPts val="0"/>
              </a:spcAft>
              <a:buClr>
                <a:schemeClr val="dk1"/>
              </a:buClr>
              <a:buSzPct val="100000"/>
              <a:buChar char="•"/>
            </a:pPr>
            <a:r>
              <a:rPr lang="en-US"/>
              <a:t>Categorize users based on registration date, post frequency, likes, and comments.</a:t>
            </a:r>
            <a:endParaRPr/>
          </a:p>
          <a:p>
            <a:pPr indent="-228600" lvl="0" marL="228600" rtl="0" algn="l">
              <a:lnSpc>
                <a:spcPct val="90000"/>
              </a:lnSpc>
              <a:spcBef>
                <a:spcPts val="1000"/>
              </a:spcBef>
              <a:spcAft>
                <a:spcPts val="0"/>
              </a:spcAft>
              <a:buClr>
                <a:schemeClr val="dk1"/>
              </a:buClr>
              <a:buSzPct val="100000"/>
              <a:buChar char="•"/>
            </a:pPr>
            <a:r>
              <a:rPr lang="en-US"/>
              <a:t>Measure the average number of posts per user and identify highly active and inactive users.</a:t>
            </a:r>
            <a:endParaRPr/>
          </a:p>
          <a:p>
            <a:pPr indent="-228600" lvl="0" marL="228600" rtl="0" algn="l">
              <a:lnSpc>
                <a:spcPct val="90000"/>
              </a:lnSpc>
              <a:spcBef>
                <a:spcPts val="1000"/>
              </a:spcBef>
              <a:spcAft>
                <a:spcPts val="0"/>
              </a:spcAft>
              <a:buClr>
                <a:schemeClr val="dk1"/>
              </a:buClr>
              <a:buSzPct val="100000"/>
              <a:buChar char="•"/>
            </a:pPr>
            <a:r>
              <a:rPr lang="en-US"/>
              <a:t>Analyze popular hashtags and the days with the most new registrations.</a:t>
            </a:r>
            <a:endParaRPr/>
          </a:p>
          <a:p>
            <a:pPr indent="0" lvl="0" marL="0" rtl="0" algn="l">
              <a:lnSpc>
                <a:spcPct val="90000"/>
              </a:lnSpc>
              <a:spcBef>
                <a:spcPts val="1000"/>
              </a:spcBef>
              <a:spcAft>
                <a:spcPts val="0"/>
              </a:spcAft>
              <a:buClr>
                <a:schemeClr val="dk1"/>
              </a:buClr>
              <a:buSzPct val="100000"/>
              <a:buNone/>
            </a:pPr>
            <a:r>
              <a:rPr b="1" lang="en-US"/>
              <a:t>Insights and Recommendations</a:t>
            </a:r>
            <a:endParaRPr/>
          </a:p>
          <a:p>
            <a:pPr indent="-228600" lvl="0" marL="228600" rtl="0" algn="l">
              <a:lnSpc>
                <a:spcPct val="90000"/>
              </a:lnSpc>
              <a:spcBef>
                <a:spcPts val="1000"/>
              </a:spcBef>
              <a:spcAft>
                <a:spcPts val="0"/>
              </a:spcAft>
              <a:buClr>
                <a:schemeClr val="dk1"/>
              </a:buClr>
              <a:buSzPct val="100000"/>
              <a:buChar char="•"/>
            </a:pPr>
            <a:r>
              <a:rPr lang="en-US"/>
              <a:t>Suggest personalized rewards for loyal users.</a:t>
            </a:r>
            <a:endParaRPr/>
          </a:p>
          <a:p>
            <a:pPr indent="-228600" lvl="0" marL="228600" rtl="0" algn="l">
              <a:lnSpc>
                <a:spcPct val="90000"/>
              </a:lnSpc>
              <a:spcBef>
                <a:spcPts val="1000"/>
              </a:spcBef>
              <a:spcAft>
                <a:spcPts val="0"/>
              </a:spcAft>
              <a:buClr>
                <a:schemeClr val="dk1"/>
              </a:buClr>
              <a:buSzPct val="100000"/>
              <a:buChar char="•"/>
            </a:pPr>
            <a:r>
              <a:rPr lang="en-US"/>
              <a:t>Design campaigns to reactivate inactive accounts.</a:t>
            </a:r>
            <a:endParaRPr/>
          </a:p>
          <a:p>
            <a:pPr indent="-228600" lvl="0" marL="228600" rtl="0" algn="l">
              <a:lnSpc>
                <a:spcPct val="90000"/>
              </a:lnSpc>
              <a:spcBef>
                <a:spcPts val="1000"/>
              </a:spcBef>
              <a:spcAft>
                <a:spcPts val="0"/>
              </a:spcAft>
              <a:buClr>
                <a:schemeClr val="dk1"/>
              </a:buClr>
              <a:buSzPct val="100000"/>
              <a:buChar char="•"/>
            </a:pPr>
            <a:r>
              <a:rPr lang="en-US"/>
              <a:t>Recommend promoting trending hashtags and scheduling initiatives on high sign-up days.</a:t>
            </a:r>
            <a:endParaRPr/>
          </a:p>
          <a:p>
            <a:pPr indent="0" lvl="0" marL="0" rtl="0" algn="l">
              <a:lnSpc>
                <a:spcPct val="90000"/>
              </a:lnSpc>
              <a:spcBef>
                <a:spcPts val="1000"/>
              </a:spcBef>
              <a:spcAft>
                <a:spcPts val="0"/>
              </a:spcAft>
              <a:buClr>
                <a:schemeClr val="dk1"/>
              </a:buClr>
              <a:buSzPct val="100000"/>
              <a:buNone/>
            </a:pPr>
            <a:r>
              <a:rPr b="1" lang="en-US"/>
              <a:t>Actionable Reporting</a:t>
            </a:r>
            <a:endParaRPr/>
          </a:p>
          <a:p>
            <a:pPr indent="-228600" lvl="0" marL="228600" rtl="0" algn="l">
              <a:lnSpc>
                <a:spcPct val="90000"/>
              </a:lnSpc>
              <a:spcBef>
                <a:spcPts val="1000"/>
              </a:spcBef>
              <a:spcAft>
                <a:spcPts val="0"/>
              </a:spcAft>
              <a:buClr>
                <a:schemeClr val="dk1"/>
              </a:buClr>
              <a:buSzPct val="100000"/>
              <a:buChar char="•"/>
            </a:pPr>
            <a:r>
              <a:rPr lang="en-US"/>
              <a:t>Present findings through clear charts, tables, and summaries.</a:t>
            </a:r>
            <a:endParaRPr/>
          </a:p>
          <a:p>
            <a:pPr indent="-228600" lvl="0" marL="228600" rtl="0" algn="l">
              <a:lnSpc>
                <a:spcPct val="90000"/>
              </a:lnSpc>
              <a:spcBef>
                <a:spcPts val="1000"/>
              </a:spcBef>
              <a:spcAft>
                <a:spcPts val="0"/>
              </a:spcAft>
              <a:buClr>
                <a:schemeClr val="dk1"/>
              </a:buClr>
              <a:buSzPct val="100000"/>
              <a:buChar char="•"/>
            </a:pPr>
            <a:r>
              <a:rPr lang="en-US"/>
              <a:t>Provide strategic suggestions that align with business goals.</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Software used</a:t>
            </a:r>
            <a:endParaRPr/>
          </a:p>
        </p:txBody>
      </p:sp>
      <p:sp>
        <p:nvSpPr>
          <p:cNvPr id="109" name="Google Shape;109;p5"/>
          <p:cNvSpPr txBox="1"/>
          <p:nvPr>
            <p:ph idx="1" type="body"/>
          </p:nvPr>
        </p:nvSpPr>
        <p:spPr>
          <a:xfrm>
            <a:off x="-1" y="2221709"/>
            <a:ext cx="11840547" cy="2585323"/>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MySQL Workbench (Version </a:t>
            </a:r>
            <a:r>
              <a:rPr b="1" lang="en-US" sz="1800">
                <a:latin typeface="Arial"/>
                <a:ea typeface="Arial"/>
                <a:cs typeface="Arial"/>
                <a:sym typeface="Arial"/>
              </a:rPr>
              <a:t>8.0</a:t>
            </a:r>
            <a:r>
              <a:rPr b="1" i="0" lang="en-US" sz="1800" u="none" cap="none" strike="noStrike">
                <a:solidFill>
                  <a:schemeClr val="dk1"/>
                </a:solidFill>
                <a:latin typeface="Arial"/>
                <a:ea typeface="Arial"/>
                <a:cs typeface="Arial"/>
                <a:sym typeface="Arial"/>
              </a:rPr>
              <a:t>)</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MySQL Workbench was used for executing SQL queries, managing the database, and analyzing user activity data. I chose this tool because it provides a user-friendly interface for writing and testing queries, supports complex data manipulation, and is well-suited for handling structured data efficiently.</a:t>
            </a:r>
            <a:endParaRPr/>
          </a:p>
          <a:p>
            <a:pPr indent="-114300" lvl="0" marL="0" rtl="0" algn="l">
              <a:lnSpc>
                <a:spcPct val="100000"/>
              </a:lnSpc>
              <a:spcBef>
                <a:spcPts val="0"/>
              </a:spcBef>
              <a:spcAft>
                <a:spcPts val="0"/>
              </a:spcAft>
              <a:buClr>
                <a:schemeClr val="dk1"/>
              </a:buClr>
              <a:buSzPts val="1800"/>
              <a:buFont typeface="Arial"/>
              <a:buChar char="•"/>
            </a:pPr>
            <a:r>
              <a:rPr lang="en-US" sz="1800">
                <a:latin typeface="Arial"/>
                <a:ea typeface="Arial"/>
                <a:cs typeface="Arial"/>
                <a:sym typeface="Arial"/>
              </a:rPr>
              <a:t> </a:t>
            </a:r>
            <a:r>
              <a:rPr b="1" lang="en-US" sz="1800">
                <a:latin typeface="Arial"/>
                <a:ea typeface="Arial"/>
                <a:cs typeface="Arial"/>
                <a:sym typeface="Arial"/>
              </a:rPr>
              <a:t>Microsoft Excel (2019)</a:t>
            </a:r>
            <a:br>
              <a:rPr b="1" lang="en-US" sz="1800">
                <a:latin typeface="Arial"/>
                <a:ea typeface="Arial"/>
                <a:cs typeface="Arial"/>
                <a:sym typeface="Arial"/>
              </a:rPr>
            </a:br>
            <a:r>
              <a:rPr lang="en-US" sz="1800">
                <a:latin typeface="Arial"/>
                <a:ea typeface="Arial"/>
                <a:cs typeface="Arial"/>
                <a:sym typeface="Arial"/>
              </a:rPr>
              <a:t>I used Excel for initial data cleaning, organizing, and performing basic exploratory analysis. Its simplicity, flexibility, and visualization features made it ideal for quick summaries, creating charts, and preparing the data before deeper analysis.</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 oldest users</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16" name="Google Shape;116;p6"/>
          <p:cNvPicPr preferRelativeResize="0"/>
          <p:nvPr/>
        </p:nvPicPr>
        <p:blipFill rotWithShape="1">
          <a:blip r:embed="rId3">
            <a:alphaModFix/>
          </a:blip>
          <a:srcRect b="0" l="0" r="0" t="0"/>
          <a:stretch/>
        </p:blipFill>
        <p:spPr>
          <a:xfrm>
            <a:off x="838200" y="1968420"/>
            <a:ext cx="3410426" cy="1143160"/>
          </a:xfrm>
          <a:prstGeom prst="rect">
            <a:avLst/>
          </a:prstGeom>
          <a:noFill/>
          <a:ln>
            <a:noFill/>
          </a:ln>
        </p:spPr>
      </p:pic>
      <p:sp>
        <p:nvSpPr>
          <p:cNvPr id="117" name="Google Shape;117;p6"/>
          <p:cNvSpPr/>
          <p:nvPr/>
        </p:nvSpPr>
        <p:spPr>
          <a:xfrm>
            <a:off x="5421085" y="1567332"/>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are the oldest users who have registered on the platform, some loyal badge or rewards can be given to these users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3556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Non-active users (haven’t posted anything)</a:t>
            </a:r>
            <a:endParaRPr/>
          </a:p>
        </p:txBody>
      </p:sp>
      <p:sp>
        <p:nvSpPr>
          <p:cNvPr id="123" name="Google Shape;12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24" name="Google Shape;124;p7"/>
          <p:cNvPicPr preferRelativeResize="0"/>
          <p:nvPr/>
        </p:nvPicPr>
        <p:blipFill rotWithShape="1">
          <a:blip r:embed="rId3">
            <a:alphaModFix/>
          </a:blip>
          <a:srcRect b="0" l="0" r="0" t="0"/>
          <a:stretch/>
        </p:blipFill>
        <p:spPr>
          <a:xfrm>
            <a:off x="261257" y="1082352"/>
            <a:ext cx="5016932" cy="5387625"/>
          </a:xfrm>
          <a:prstGeom prst="rect">
            <a:avLst/>
          </a:prstGeom>
          <a:noFill/>
          <a:ln>
            <a:noFill/>
          </a:ln>
        </p:spPr>
      </p:pic>
      <p:sp>
        <p:nvSpPr>
          <p:cNvPr id="125" name="Google Shape;125;p7"/>
          <p:cNvSpPr/>
          <p:nvPr/>
        </p:nvSpPr>
        <p:spPr>
          <a:xfrm>
            <a:off x="5855132" y="2456332"/>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are the non active users who hasn’t shown any activity since registration so company can send some notification or marketing msg to make them active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Users with maximum likes</a:t>
            </a:r>
            <a:endParaRPr/>
          </a:p>
        </p:txBody>
      </p:sp>
      <p:sp>
        <p:nvSpPr>
          <p:cNvPr id="131" name="Google Shape;13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sp>
        <p:nvSpPr>
          <p:cNvPr id="132" name="Google Shape;132;p8"/>
          <p:cNvSpPr/>
          <p:nvPr/>
        </p:nvSpPr>
        <p:spPr>
          <a:xfrm>
            <a:off x="5421085" y="1567332"/>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are the users who have received the maximum likes on their posts and can encourage them to post more on the platform and analyze their posts to find what is trending</a:t>
            </a:r>
            <a:endParaRPr/>
          </a:p>
        </p:txBody>
      </p:sp>
      <p:pic>
        <p:nvPicPr>
          <p:cNvPr id="133" name="Google Shape;133;p8"/>
          <p:cNvPicPr preferRelativeResize="0"/>
          <p:nvPr/>
        </p:nvPicPr>
        <p:blipFill rotWithShape="1">
          <a:blip r:embed="rId3">
            <a:alphaModFix/>
          </a:blip>
          <a:srcRect b="0" l="0" r="0" t="0"/>
          <a:stretch/>
        </p:blipFill>
        <p:spPr>
          <a:xfrm>
            <a:off x="755955" y="1357351"/>
            <a:ext cx="2379131" cy="5020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Popular hashtags used</a:t>
            </a:r>
            <a:endParaRPr/>
          </a:p>
        </p:txBody>
      </p:sp>
      <p:pic>
        <p:nvPicPr>
          <p:cNvPr id="139" name="Google Shape;139;p9"/>
          <p:cNvPicPr preferRelativeResize="0"/>
          <p:nvPr>
            <p:ph idx="1" type="body"/>
          </p:nvPr>
        </p:nvPicPr>
        <p:blipFill rotWithShape="1">
          <a:blip r:embed="rId3">
            <a:alphaModFix/>
          </a:blip>
          <a:srcRect b="0" l="0" r="0" t="0"/>
          <a:stretch/>
        </p:blipFill>
        <p:spPr>
          <a:xfrm>
            <a:off x="925361" y="1770035"/>
            <a:ext cx="2162477" cy="4191585"/>
          </a:xfrm>
          <a:prstGeom prst="rect">
            <a:avLst/>
          </a:prstGeom>
          <a:noFill/>
          <a:ln>
            <a:noFill/>
          </a:ln>
        </p:spPr>
      </p:pic>
      <p:sp>
        <p:nvSpPr>
          <p:cNvPr id="140" name="Google Shape;140;p9"/>
          <p:cNvSpPr/>
          <p:nvPr/>
        </p:nvSpPr>
        <p:spPr>
          <a:xfrm>
            <a:off x="4506685" y="2456332"/>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are some popular hashtags trending on the media that can optimize these hashtags for increasing the activity on the platform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Day when most users registered</a:t>
            </a:r>
            <a:endParaRPr/>
          </a:p>
        </p:txBody>
      </p:sp>
      <p:sp>
        <p:nvSpPr>
          <p:cNvPr id="146" name="Google Shape;146;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47" name="Google Shape;147;p10"/>
          <p:cNvPicPr preferRelativeResize="0"/>
          <p:nvPr/>
        </p:nvPicPr>
        <p:blipFill rotWithShape="1">
          <a:blip r:embed="rId3">
            <a:alphaModFix/>
          </a:blip>
          <a:srcRect b="0" l="0" r="0" t="0"/>
          <a:stretch/>
        </p:blipFill>
        <p:spPr>
          <a:xfrm>
            <a:off x="489329" y="1690688"/>
            <a:ext cx="3093625" cy="3190910"/>
          </a:xfrm>
          <a:prstGeom prst="rect">
            <a:avLst/>
          </a:prstGeom>
          <a:noFill/>
          <a:ln>
            <a:noFill/>
          </a:ln>
        </p:spPr>
      </p:pic>
      <p:sp>
        <p:nvSpPr>
          <p:cNvPr id="148" name="Google Shape;148;p10"/>
          <p:cNvSpPr/>
          <p:nvPr/>
        </p:nvSpPr>
        <p:spPr>
          <a:xfrm>
            <a:off x="4534677" y="2313475"/>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Weekday where most users have registered company can use these days to launch any campaign for maximum views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Fake accounts</a:t>
            </a:r>
            <a:endParaRPr/>
          </a:p>
        </p:txBody>
      </p:sp>
      <p:pic>
        <p:nvPicPr>
          <p:cNvPr id="154" name="Google Shape;154;p11"/>
          <p:cNvPicPr preferRelativeResize="0"/>
          <p:nvPr>
            <p:ph idx="1" type="body"/>
          </p:nvPr>
        </p:nvPicPr>
        <p:blipFill rotWithShape="1">
          <a:blip r:embed="rId3">
            <a:alphaModFix/>
          </a:blip>
          <a:srcRect b="0" l="0" r="0" t="0"/>
          <a:stretch/>
        </p:blipFill>
        <p:spPr>
          <a:xfrm>
            <a:off x="581676" y="1757579"/>
            <a:ext cx="3038602" cy="4525916"/>
          </a:xfrm>
          <a:prstGeom prst="rect">
            <a:avLst/>
          </a:prstGeom>
          <a:noFill/>
          <a:ln>
            <a:noFill/>
          </a:ln>
        </p:spPr>
      </p:pic>
      <p:sp>
        <p:nvSpPr>
          <p:cNvPr id="155" name="Google Shape;155;p11"/>
          <p:cNvSpPr/>
          <p:nvPr/>
        </p:nvSpPr>
        <p:spPr>
          <a:xfrm>
            <a:off x="4534677" y="2313475"/>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user ids have likes same number of pictures which is not possible in real shows these user accounts can be fake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Number of posts and average post</a:t>
            </a:r>
            <a:endParaRPr/>
          </a:p>
        </p:txBody>
      </p:sp>
      <p:sp>
        <p:nvSpPr>
          <p:cNvPr id="161" name="Google Shape;16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graphicFrame>
        <p:nvGraphicFramePr>
          <p:cNvPr id="162" name="Google Shape;162;p12"/>
          <p:cNvGraphicFramePr/>
          <p:nvPr/>
        </p:nvGraphicFramePr>
        <p:xfrm>
          <a:off x="838200" y="1825625"/>
          <a:ext cx="3000000" cy="3000000"/>
        </p:xfrm>
        <a:graphic>
          <a:graphicData uri="http://schemas.openxmlformats.org/drawingml/2006/chart">
            <c:chart r:id="rId3"/>
          </a:graphicData>
        </a:graphic>
      </p:graphicFrame>
      <p:graphicFrame>
        <p:nvGraphicFramePr>
          <p:cNvPr id="163" name="Google Shape;163;p12"/>
          <p:cNvGraphicFramePr/>
          <p:nvPr/>
        </p:nvGraphicFramePr>
        <p:xfrm>
          <a:off x="838200" y="1738313"/>
          <a:ext cx="7534275" cy="4438650"/>
        </p:xfrm>
        <a:graphic>
          <a:graphicData uri="http://schemas.openxmlformats.org/drawingml/2006/chart">
            <c:chart r:id="rId4"/>
          </a:graphicData>
        </a:graphic>
      </p:graphicFrame>
      <p:sp>
        <p:nvSpPr>
          <p:cNvPr id="164" name="Google Shape;164;p12"/>
          <p:cNvSpPr/>
          <p:nvPr/>
        </p:nvSpPr>
        <p:spPr>
          <a:xfrm>
            <a:off x="8938725" y="2773542"/>
            <a:ext cx="2808515" cy="1184096"/>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It shows the posts by each user id and average number of posts is 5.14 of all the users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Users who have not posted anything</a:t>
            </a:r>
            <a:endParaRPr/>
          </a:p>
        </p:txBody>
      </p:sp>
      <p:sp>
        <p:nvSpPr>
          <p:cNvPr id="170" name="Google Shape;17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71" name="Google Shape;171;p13"/>
          <p:cNvPicPr preferRelativeResize="0"/>
          <p:nvPr/>
        </p:nvPicPr>
        <p:blipFill rotWithShape="1">
          <a:blip r:embed="rId3">
            <a:alphaModFix/>
          </a:blip>
          <a:srcRect b="0" l="0" r="0" t="0"/>
          <a:stretch/>
        </p:blipFill>
        <p:spPr>
          <a:xfrm>
            <a:off x="838200" y="1348657"/>
            <a:ext cx="1473200" cy="5144218"/>
          </a:xfrm>
          <a:prstGeom prst="rect">
            <a:avLst/>
          </a:prstGeom>
          <a:noFill/>
          <a:ln>
            <a:noFill/>
          </a:ln>
        </p:spPr>
      </p:pic>
      <p:sp>
        <p:nvSpPr>
          <p:cNvPr id="172" name="Google Shape;172;p13"/>
          <p:cNvSpPr/>
          <p:nvPr/>
        </p:nvSpPr>
        <p:spPr>
          <a:xfrm>
            <a:off x="4534677" y="2313475"/>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These are the users who haven’t posted anything since registering can be send the marketing msg to encourage them to post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Users active in comments</a:t>
            </a:r>
            <a:endParaRPr/>
          </a:p>
        </p:txBody>
      </p:sp>
      <p:sp>
        <p:nvSpPr>
          <p:cNvPr id="178" name="Google Shape;17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graphicFrame>
        <p:nvGraphicFramePr>
          <p:cNvPr id="179" name="Google Shape;179;p14"/>
          <p:cNvGraphicFramePr/>
          <p:nvPr/>
        </p:nvGraphicFramePr>
        <p:xfrm>
          <a:off x="404812" y="1825625"/>
          <a:ext cx="7282921" cy="4101042"/>
        </p:xfrm>
        <a:graphic>
          <a:graphicData uri="http://schemas.openxmlformats.org/drawingml/2006/chart">
            <c:chart r:id="rId3"/>
          </a:graphicData>
        </a:graphic>
      </p:graphicFrame>
      <p:sp>
        <p:nvSpPr>
          <p:cNvPr id="180" name="Google Shape;180;p14"/>
          <p:cNvSpPr/>
          <p:nvPr/>
        </p:nvSpPr>
        <p:spPr>
          <a:xfrm>
            <a:off x="7532429" y="2456332"/>
            <a:ext cx="4254759" cy="2479562"/>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Users who have posted maximum number of comments can be seen is most active on the platform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User with maximum followers</a:t>
            </a:r>
            <a:endParaRPr/>
          </a:p>
        </p:txBody>
      </p:sp>
      <p:graphicFrame>
        <p:nvGraphicFramePr>
          <p:cNvPr id="186" name="Google Shape;186;p15"/>
          <p:cNvGraphicFramePr/>
          <p:nvPr/>
        </p:nvGraphicFramePr>
        <p:xfrm>
          <a:off x="838200" y="1825625"/>
          <a:ext cx="7568682" cy="4351338"/>
        </p:xfrm>
        <a:graphic>
          <a:graphicData uri="http://schemas.openxmlformats.org/drawingml/2006/chart">
            <c:chart r:id="rId3"/>
          </a:graphicData>
        </a:graphic>
      </p:graphicFrame>
      <p:sp>
        <p:nvSpPr>
          <p:cNvPr id="187" name="Google Shape;187;p15"/>
          <p:cNvSpPr/>
          <p:nvPr/>
        </p:nvSpPr>
        <p:spPr>
          <a:xfrm>
            <a:off x="8406882" y="2338507"/>
            <a:ext cx="3776274" cy="274667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Users who have maximum number of followers can be sent collaboration messages for any campaign and ad to increase the reach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Month with maximum user registration </a:t>
            </a:r>
            <a:endParaRPr/>
          </a:p>
        </p:txBody>
      </p:sp>
      <p:sp>
        <p:nvSpPr>
          <p:cNvPr id="193" name="Google Shape;19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a:t>
            </a:r>
            <a:endParaRPr/>
          </a:p>
        </p:txBody>
      </p:sp>
      <p:graphicFrame>
        <p:nvGraphicFramePr>
          <p:cNvPr id="194" name="Google Shape;194;p16"/>
          <p:cNvGraphicFramePr/>
          <p:nvPr/>
        </p:nvGraphicFramePr>
        <p:xfrm>
          <a:off x="349250" y="1662112"/>
          <a:ext cx="6362700" cy="3533775"/>
        </p:xfrm>
        <a:graphic>
          <a:graphicData uri="http://schemas.openxmlformats.org/drawingml/2006/chart">
            <c:chart r:id="rId3"/>
          </a:graphicData>
        </a:graphic>
      </p:graphicFrame>
      <p:sp>
        <p:nvSpPr>
          <p:cNvPr id="195" name="Google Shape;195;p16"/>
          <p:cNvSpPr/>
          <p:nvPr/>
        </p:nvSpPr>
        <p:spPr>
          <a:xfrm>
            <a:off x="7396411" y="2456331"/>
            <a:ext cx="4254759" cy="1945335"/>
          </a:xfrm>
          <a:prstGeom prst="rect">
            <a:avLst/>
          </a:prstGeom>
          <a:solidFill>
            <a:schemeClr val="accent6">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0C0C0C"/>
                </a:solidFill>
                <a:latin typeface="Calibri"/>
                <a:ea typeface="Calibri"/>
                <a:cs typeface="Calibri"/>
                <a:sym typeface="Calibri"/>
              </a:rPr>
              <a:t>October month had shown maximum registration so any campaign can be launched in this month to increase the number of registrations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highlight>
                  <a:srgbClr val="FFFF00"/>
                </a:highlight>
              </a:rPr>
              <a:t>Achievements</a:t>
            </a:r>
            <a:endParaRPr/>
          </a:p>
        </p:txBody>
      </p:sp>
      <p:sp>
        <p:nvSpPr>
          <p:cNvPr id="201" name="Google Shape;20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US"/>
              <a:t>Through this project, I successfully:</a:t>
            </a:r>
            <a:endParaRPr/>
          </a:p>
          <a:p>
            <a:pPr indent="-228600" lvl="0" marL="228600" rtl="0" algn="l">
              <a:lnSpc>
                <a:spcPct val="90000"/>
              </a:lnSpc>
              <a:spcBef>
                <a:spcPts val="1000"/>
              </a:spcBef>
              <a:spcAft>
                <a:spcPts val="0"/>
              </a:spcAft>
              <a:buClr>
                <a:schemeClr val="dk1"/>
              </a:buClr>
              <a:buSzPct val="100000"/>
              <a:buChar char="•"/>
            </a:pPr>
            <a:r>
              <a:rPr lang="en-US"/>
              <a:t>Identified key user segments such as the oldest registered users, inactive users, and users with maximum likes, comments, and followers.</a:t>
            </a:r>
            <a:endParaRPr/>
          </a:p>
          <a:p>
            <a:pPr indent="-228600" lvl="0" marL="228600" rtl="0" algn="l">
              <a:lnSpc>
                <a:spcPct val="90000"/>
              </a:lnSpc>
              <a:spcBef>
                <a:spcPts val="1000"/>
              </a:spcBef>
              <a:spcAft>
                <a:spcPts val="0"/>
              </a:spcAft>
              <a:buClr>
                <a:schemeClr val="dk1"/>
              </a:buClr>
              <a:buSzPct val="100000"/>
              <a:buChar char="•"/>
            </a:pPr>
            <a:r>
              <a:rPr lang="en-US"/>
              <a:t>Determined the average number of posts per user (5.14), offering a benchmark for typical user activity.</a:t>
            </a:r>
            <a:endParaRPr/>
          </a:p>
          <a:p>
            <a:pPr indent="-228600" lvl="0" marL="228600" rtl="0" algn="l">
              <a:lnSpc>
                <a:spcPct val="90000"/>
              </a:lnSpc>
              <a:spcBef>
                <a:spcPts val="1000"/>
              </a:spcBef>
              <a:spcAft>
                <a:spcPts val="0"/>
              </a:spcAft>
              <a:buClr>
                <a:schemeClr val="dk1"/>
              </a:buClr>
              <a:buSzPct val="100000"/>
              <a:buChar char="•"/>
            </a:pPr>
            <a:r>
              <a:rPr lang="en-US"/>
              <a:t>Highlighted popular hashtags and identified the most common day for new user registrations, which can guide future marketing efforts.</a:t>
            </a:r>
            <a:endParaRPr/>
          </a:p>
          <a:p>
            <a:pPr indent="-228600" lvl="0" marL="228600" rtl="0" algn="l">
              <a:lnSpc>
                <a:spcPct val="90000"/>
              </a:lnSpc>
              <a:spcBef>
                <a:spcPts val="1000"/>
              </a:spcBef>
              <a:spcAft>
                <a:spcPts val="0"/>
              </a:spcAft>
              <a:buClr>
                <a:schemeClr val="dk1"/>
              </a:buClr>
              <a:buSzPct val="100000"/>
              <a:buChar char="•"/>
            </a:pPr>
            <a:r>
              <a:rPr lang="en-US"/>
              <a:t>Proposed targeted strategies like loyalty rewards for long-term users, re-engagement messages for inactive accounts, and collaboration opportunities with users who have a large follower base.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highlight>
                  <a:srgbClr val="FFFF00"/>
                </a:highlight>
              </a:rPr>
              <a:t>Benefits and Value Gained</a:t>
            </a:r>
            <a:endParaRPr>
              <a:highlight>
                <a:srgbClr val="FFFF00"/>
              </a:highlight>
            </a:endParaRPr>
          </a:p>
        </p:txBody>
      </p:sp>
      <p:sp>
        <p:nvSpPr>
          <p:cNvPr id="207" name="Google Shape;20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project enhanced my ability to work with data systematically, from collection and categorization to analysis and interpretation.</a:t>
            </a:r>
            <a:endParaRPr/>
          </a:p>
          <a:p>
            <a:pPr indent="-228600" lvl="0" marL="228600" rtl="0" algn="l">
              <a:lnSpc>
                <a:spcPct val="90000"/>
              </a:lnSpc>
              <a:spcBef>
                <a:spcPts val="1000"/>
              </a:spcBef>
              <a:spcAft>
                <a:spcPts val="0"/>
              </a:spcAft>
              <a:buClr>
                <a:schemeClr val="dk1"/>
              </a:buClr>
              <a:buSzPts val="2800"/>
              <a:buChar char="•"/>
            </a:pPr>
            <a:r>
              <a:rPr lang="en-US"/>
              <a:t>It helped me understand how data-driven insights can support business objectives like improving user engagement and designing marketing campaigns.</a:t>
            </a:r>
            <a:endParaRPr/>
          </a:p>
          <a:p>
            <a:pPr indent="-228600" lvl="0" marL="228600" rtl="0" algn="l">
              <a:lnSpc>
                <a:spcPct val="90000"/>
              </a:lnSpc>
              <a:spcBef>
                <a:spcPts val="1000"/>
              </a:spcBef>
              <a:spcAft>
                <a:spcPts val="0"/>
              </a:spcAft>
              <a:buClr>
                <a:schemeClr val="dk1"/>
              </a:buClr>
              <a:buSzPts val="2800"/>
              <a:buChar char="•"/>
            </a:pPr>
            <a:r>
              <a:rPr lang="en-US"/>
              <a:t>I gained practical experience in translating raw data into actionable recommendations that can benefit platform growth and user satisfaction.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 </a:t>
            </a:r>
            <a:r>
              <a:rPr b="1" lang="en-US">
                <a:highlight>
                  <a:srgbClr val="FFFF00"/>
                </a:highlight>
              </a:rPr>
              <a:t>Impact of the Analysis</a:t>
            </a:r>
            <a:endParaRPr>
              <a:highlight>
                <a:srgbClr val="FFFF00"/>
              </a:highlight>
            </a:endParaRPr>
          </a:p>
        </p:txBody>
      </p:sp>
      <p:sp>
        <p:nvSpPr>
          <p:cNvPr id="213" name="Google Shape;21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analysis provided meaningful insights that can significantly influence platform strategies:</a:t>
            </a:r>
            <a:endParaRPr/>
          </a:p>
          <a:p>
            <a:pPr indent="-228600" lvl="0" marL="228600" rtl="0" algn="l">
              <a:lnSpc>
                <a:spcPct val="90000"/>
              </a:lnSpc>
              <a:spcBef>
                <a:spcPts val="1000"/>
              </a:spcBef>
              <a:spcAft>
                <a:spcPts val="0"/>
              </a:spcAft>
              <a:buClr>
                <a:schemeClr val="dk1"/>
              </a:buClr>
              <a:buSzPct val="100000"/>
              <a:buChar char="•"/>
            </a:pPr>
            <a:r>
              <a:rPr lang="en-US"/>
              <a:t>It showed clear opportunities to </a:t>
            </a:r>
            <a:r>
              <a:rPr b="1" lang="en-US"/>
              <a:t>boost user activity</a:t>
            </a:r>
            <a:r>
              <a:rPr lang="en-US"/>
              <a:t> through personalized engagement efforts.</a:t>
            </a:r>
            <a:endParaRPr/>
          </a:p>
          <a:p>
            <a:pPr indent="-228600" lvl="0" marL="228600" rtl="0" algn="l">
              <a:lnSpc>
                <a:spcPct val="90000"/>
              </a:lnSpc>
              <a:spcBef>
                <a:spcPts val="1000"/>
              </a:spcBef>
              <a:spcAft>
                <a:spcPts val="0"/>
              </a:spcAft>
              <a:buClr>
                <a:schemeClr val="dk1"/>
              </a:buClr>
              <a:buSzPct val="100000"/>
              <a:buChar char="•"/>
            </a:pPr>
            <a:r>
              <a:rPr lang="en-US"/>
              <a:t>It identified </a:t>
            </a:r>
            <a:r>
              <a:rPr b="1" lang="en-US"/>
              <a:t>influential users</a:t>
            </a:r>
            <a:r>
              <a:rPr lang="en-US"/>
              <a:t> and </a:t>
            </a:r>
            <a:r>
              <a:rPr b="1" lang="en-US"/>
              <a:t>content trends</a:t>
            </a:r>
            <a:r>
              <a:rPr lang="en-US"/>
              <a:t> that can be leveraged for marketing collaborations and promotions.</a:t>
            </a:r>
            <a:endParaRPr/>
          </a:p>
          <a:p>
            <a:pPr indent="-228600" lvl="0" marL="228600" rtl="0" algn="l">
              <a:lnSpc>
                <a:spcPct val="90000"/>
              </a:lnSpc>
              <a:spcBef>
                <a:spcPts val="1000"/>
              </a:spcBef>
              <a:spcAft>
                <a:spcPts val="0"/>
              </a:spcAft>
              <a:buClr>
                <a:schemeClr val="dk1"/>
              </a:buClr>
              <a:buSzPct val="100000"/>
              <a:buChar char="•"/>
            </a:pPr>
            <a:r>
              <a:rPr lang="en-US"/>
              <a:t>It highlighted when and how to </a:t>
            </a:r>
            <a:r>
              <a:rPr b="1" lang="en-US"/>
              <a:t>launch campaigns</a:t>
            </a:r>
            <a:r>
              <a:rPr lang="en-US"/>
              <a:t> to maximize reach and impact.</a:t>
            </a:r>
            <a:endParaRPr/>
          </a:p>
          <a:p>
            <a:pPr indent="-228600" lvl="0" marL="228600" rtl="0" algn="l">
              <a:lnSpc>
                <a:spcPct val="90000"/>
              </a:lnSpc>
              <a:spcBef>
                <a:spcPts val="1000"/>
              </a:spcBef>
              <a:spcAft>
                <a:spcPts val="0"/>
              </a:spcAft>
              <a:buClr>
                <a:schemeClr val="dk1"/>
              </a:buClr>
              <a:buSzPct val="100000"/>
              <a:buChar char="•"/>
            </a:pPr>
            <a:r>
              <a:rPr lang="en-US"/>
              <a:t>Overall, this project demonstrated how analytics can play a vital role in shaping user-focused strategies and enhancing the effectiveness of social media platforms.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2025-06-16T18:53:40Z</dcterms:created>
  <dc:creator>Dell</dc:creator>
</cp:coreProperties>
</file>